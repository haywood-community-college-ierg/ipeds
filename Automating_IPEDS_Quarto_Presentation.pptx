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DF93C1-CE3C-4281-A530-E8B046F0281F}" v="40" dt="2025-05-14T20:09:46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64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Onder" userId="a3892b99-6120-41f1-b9d0-d392ead8a44b" providerId="ADAL" clId="{14DF93C1-CE3C-4281-A530-E8B046F0281F}"/>
    <pc:docChg chg="undo custSel addSld modSld">
      <pc:chgData name="David Onder" userId="a3892b99-6120-41f1-b9d0-d392ead8a44b" providerId="ADAL" clId="{14DF93C1-CE3C-4281-A530-E8B046F0281F}" dt="2025-05-14T20:09:31.412" v="231" actId="6549"/>
      <pc:docMkLst>
        <pc:docMk/>
      </pc:docMkLst>
      <pc:sldChg chg="addSp modSp mod setBg">
        <pc:chgData name="David Onder" userId="a3892b99-6120-41f1-b9d0-d392ead8a44b" providerId="ADAL" clId="{14DF93C1-CE3C-4281-A530-E8B046F0281F}" dt="2025-05-14T19:44:02.981" v="0" actId="26606"/>
        <pc:sldMkLst>
          <pc:docMk/>
          <pc:sldMk cId="0" sldId="256"/>
        </pc:sldMkLst>
        <pc:spChg chg="mod">
          <ac:chgData name="David Onder" userId="a3892b99-6120-41f1-b9d0-d392ead8a44b" providerId="ADAL" clId="{14DF93C1-CE3C-4281-A530-E8B046F0281F}" dt="2025-05-14T19:44:02.981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avid Onder" userId="a3892b99-6120-41f1-b9d0-d392ead8a44b" providerId="ADAL" clId="{14DF93C1-CE3C-4281-A530-E8B046F0281F}" dt="2025-05-14T19:44:02.981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David Onder" userId="a3892b99-6120-41f1-b9d0-d392ead8a44b" providerId="ADAL" clId="{14DF93C1-CE3C-4281-A530-E8B046F0281F}" dt="2025-05-14T19:44:02.981" v="0" actId="26606"/>
          <ac:spMkLst>
            <pc:docMk/>
            <pc:sldMk cId="0" sldId="256"/>
            <ac:spMk id="8" creationId="{BAD76F3E-3A97-486B-B402-44400A8B9173}"/>
          </ac:spMkLst>
        </pc:spChg>
        <pc:spChg chg="add">
          <ac:chgData name="David Onder" userId="a3892b99-6120-41f1-b9d0-d392ead8a44b" providerId="ADAL" clId="{14DF93C1-CE3C-4281-A530-E8B046F0281F}" dt="2025-05-14T19:44:02.981" v="0" actId="26606"/>
          <ac:spMkLst>
            <pc:docMk/>
            <pc:sldMk cId="0" sldId="256"/>
            <ac:spMk id="10" creationId="{391F6B52-91F4-4AEB-B6DB-29FEBCF28C8B}"/>
          </ac:spMkLst>
        </pc:spChg>
        <pc:spChg chg="add">
          <ac:chgData name="David Onder" userId="a3892b99-6120-41f1-b9d0-d392ead8a44b" providerId="ADAL" clId="{14DF93C1-CE3C-4281-A530-E8B046F0281F}" dt="2025-05-14T19:44:02.981" v="0" actId="26606"/>
          <ac:spMkLst>
            <pc:docMk/>
            <pc:sldMk cId="0" sldId="256"/>
            <ac:spMk id="12" creationId="{2CD6F061-7C53-44F4-9794-953DB70A451B}"/>
          </ac:spMkLst>
        </pc:spChg>
      </pc:sldChg>
      <pc:sldChg chg="addSp delSp modSp mod setBg">
        <pc:chgData name="David Onder" userId="a3892b99-6120-41f1-b9d0-d392ead8a44b" providerId="ADAL" clId="{14DF93C1-CE3C-4281-A530-E8B046F0281F}" dt="2025-05-14T19:56:45.731" v="106"/>
        <pc:sldMkLst>
          <pc:docMk/>
          <pc:sldMk cId="0" sldId="257"/>
        </pc:sldMkLst>
        <pc:spChg chg="mod">
          <ac:chgData name="David Onder" userId="a3892b99-6120-41f1-b9d0-d392ead8a44b" providerId="ADAL" clId="{14DF93C1-CE3C-4281-A530-E8B046F0281F}" dt="2025-05-14T19:44:51.615" v="5" actId="26606"/>
          <ac:spMkLst>
            <pc:docMk/>
            <pc:sldMk cId="0" sldId="257"/>
            <ac:spMk id="2" creationId="{00000000-0000-0000-0000-000000000000}"/>
          </ac:spMkLst>
        </pc:spChg>
        <pc:spChg chg="add del">
          <ac:chgData name="David Onder" userId="a3892b99-6120-41f1-b9d0-d392ead8a44b" providerId="ADAL" clId="{14DF93C1-CE3C-4281-A530-E8B046F0281F}" dt="2025-05-14T19:44:51.615" v="5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David Onder" userId="a3892b99-6120-41f1-b9d0-d392ead8a44b" providerId="ADAL" clId="{14DF93C1-CE3C-4281-A530-E8B046F0281F}" dt="2025-05-14T19:44:18.510" v="2" actId="26606"/>
          <ac:spMkLst>
            <pc:docMk/>
            <pc:sldMk cId="0" sldId="257"/>
            <ac:spMk id="9" creationId="{BACC6370-2D7E-4714-9D71-7542949D7D5D}"/>
          </ac:spMkLst>
        </pc:spChg>
        <pc:spChg chg="add del">
          <ac:chgData name="David Onder" userId="a3892b99-6120-41f1-b9d0-d392ead8a44b" providerId="ADAL" clId="{14DF93C1-CE3C-4281-A530-E8B046F0281F}" dt="2025-05-14T19:44:18.510" v="2" actId="26606"/>
          <ac:spMkLst>
            <pc:docMk/>
            <pc:sldMk cId="0" sldId="257"/>
            <ac:spMk id="11" creationId="{256B2C21-A230-48C0-8DF1-C46611373C44}"/>
          </ac:spMkLst>
        </pc:spChg>
        <pc:spChg chg="add del">
          <ac:chgData name="David Onder" userId="a3892b99-6120-41f1-b9d0-d392ead8a44b" providerId="ADAL" clId="{14DF93C1-CE3C-4281-A530-E8B046F0281F}" dt="2025-05-14T19:44:18.510" v="2" actId="26606"/>
          <ac:spMkLst>
            <pc:docMk/>
            <pc:sldMk cId="0" sldId="257"/>
            <ac:spMk id="13" creationId="{3847E18C-932D-4C95-AABA-FEC7C9499AD7}"/>
          </ac:spMkLst>
        </pc:spChg>
        <pc:spChg chg="add del">
          <ac:chgData name="David Onder" userId="a3892b99-6120-41f1-b9d0-d392ead8a44b" providerId="ADAL" clId="{14DF93C1-CE3C-4281-A530-E8B046F0281F}" dt="2025-05-14T19:44:18.510" v="2" actId="26606"/>
          <ac:spMkLst>
            <pc:docMk/>
            <pc:sldMk cId="0" sldId="257"/>
            <ac:spMk id="15" creationId="{3150CB11-0C61-439E-910F-5787759E72A0}"/>
          </ac:spMkLst>
        </pc:spChg>
        <pc:spChg chg="add del">
          <ac:chgData name="David Onder" userId="a3892b99-6120-41f1-b9d0-d392ead8a44b" providerId="ADAL" clId="{14DF93C1-CE3C-4281-A530-E8B046F0281F}" dt="2025-05-14T19:44:18.510" v="2" actId="26606"/>
          <ac:spMkLst>
            <pc:docMk/>
            <pc:sldMk cId="0" sldId="257"/>
            <ac:spMk id="17" creationId="{43F8A58B-5155-44CE-A5FF-7647B47D0A7A}"/>
          </ac:spMkLst>
        </pc:spChg>
        <pc:spChg chg="add del">
          <ac:chgData name="David Onder" userId="a3892b99-6120-41f1-b9d0-d392ead8a44b" providerId="ADAL" clId="{14DF93C1-CE3C-4281-A530-E8B046F0281F}" dt="2025-05-14T19:44:18.510" v="2" actId="26606"/>
          <ac:spMkLst>
            <pc:docMk/>
            <pc:sldMk cId="0" sldId="257"/>
            <ac:spMk id="19" creationId="{443F2ACA-E6D6-4028-82DD-F03C262D5DE6}"/>
          </ac:spMkLst>
        </pc:spChg>
        <pc:spChg chg="add del">
          <ac:chgData name="David Onder" userId="a3892b99-6120-41f1-b9d0-d392ead8a44b" providerId="ADAL" clId="{14DF93C1-CE3C-4281-A530-E8B046F0281F}" dt="2025-05-14T19:44:51.571" v="4" actId="26606"/>
          <ac:spMkLst>
            <pc:docMk/>
            <pc:sldMk cId="0" sldId="257"/>
            <ac:spMk id="35" creationId="{0C541B88-1AE9-40C3-AFD5-967787C1979F}"/>
          </ac:spMkLst>
        </pc:spChg>
        <pc:spChg chg="add del">
          <ac:chgData name="David Onder" userId="a3892b99-6120-41f1-b9d0-d392ead8a44b" providerId="ADAL" clId="{14DF93C1-CE3C-4281-A530-E8B046F0281F}" dt="2025-05-14T19:44:51.571" v="4" actId="26606"/>
          <ac:spMkLst>
            <pc:docMk/>
            <pc:sldMk cId="0" sldId="257"/>
            <ac:spMk id="36" creationId="{E5F17139-31EE-46AC-B04F-DBBD852DD6CB}"/>
          </ac:spMkLst>
        </pc:spChg>
        <pc:spChg chg="add del">
          <ac:chgData name="David Onder" userId="a3892b99-6120-41f1-b9d0-d392ead8a44b" providerId="ADAL" clId="{14DF93C1-CE3C-4281-A530-E8B046F0281F}" dt="2025-05-14T19:44:51.571" v="4" actId="26606"/>
          <ac:spMkLst>
            <pc:docMk/>
            <pc:sldMk cId="0" sldId="257"/>
            <ac:spMk id="39" creationId="{89D16701-DA76-4F72-BB63-E2C3FFBDFE0F}"/>
          </ac:spMkLst>
        </pc:spChg>
        <pc:spChg chg="add del">
          <ac:chgData name="David Onder" userId="a3892b99-6120-41f1-b9d0-d392ead8a44b" providerId="ADAL" clId="{14DF93C1-CE3C-4281-A530-E8B046F0281F}" dt="2025-05-14T19:44:51.571" v="4" actId="26606"/>
          <ac:spMkLst>
            <pc:docMk/>
            <pc:sldMk cId="0" sldId="257"/>
            <ac:spMk id="40" creationId="{1CC28BE1-9DC6-43FE-9582-39F091098D77}"/>
          </ac:spMkLst>
        </pc:spChg>
        <pc:spChg chg="add">
          <ac:chgData name="David Onder" userId="a3892b99-6120-41f1-b9d0-d392ead8a44b" providerId="ADAL" clId="{14DF93C1-CE3C-4281-A530-E8B046F0281F}" dt="2025-05-14T19:44:51.615" v="5" actId="26606"/>
          <ac:spMkLst>
            <pc:docMk/>
            <pc:sldMk cId="0" sldId="257"/>
            <ac:spMk id="43" creationId="{2659FDB4-FCBE-4A89-B46D-43D4FA54464D}"/>
          </ac:spMkLst>
        </pc:spChg>
        <pc:grpChg chg="add del">
          <ac:chgData name="David Onder" userId="a3892b99-6120-41f1-b9d0-d392ead8a44b" providerId="ADAL" clId="{14DF93C1-CE3C-4281-A530-E8B046F0281F}" dt="2025-05-14T19:44:51.571" v="4" actId="26606"/>
          <ac:grpSpMkLst>
            <pc:docMk/>
            <pc:sldMk cId="0" sldId="257"/>
            <ac:grpSpMk id="21" creationId="{AF9AF3F3-CE0C-4125-BDD7-346487FA0B40}"/>
          </ac:grpSpMkLst>
        </pc:grpChg>
        <pc:grpChg chg="add del">
          <ac:chgData name="David Onder" userId="a3892b99-6120-41f1-b9d0-d392ead8a44b" providerId="ADAL" clId="{14DF93C1-CE3C-4281-A530-E8B046F0281F}" dt="2025-05-14T19:44:51.571" v="4" actId="26606"/>
          <ac:grpSpMkLst>
            <pc:docMk/>
            <pc:sldMk cId="0" sldId="257"/>
            <ac:grpSpMk id="37" creationId="{7CF625D3-71A3-4F30-A096-8EF334E959D0}"/>
          </ac:grpSpMkLst>
        </pc:grpChg>
        <pc:graphicFrameChg chg="add del">
          <ac:chgData name="David Onder" userId="a3892b99-6120-41f1-b9d0-d392ead8a44b" providerId="ADAL" clId="{14DF93C1-CE3C-4281-A530-E8B046F0281F}" dt="2025-05-14T19:44:18.510" v="2" actId="26606"/>
          <ac:graphicFrameMkLst>
            <pc:docMk/>
            <pc:sldMk cId="0" sldId="257"/>
            <ac:graphicFrameMk id="5" creationId="{7BD60C33-C9C2-5B7B-4C8A-5EFE2135919E}"/>
          </ac:graphicFrameMkLst>
        </pc:graphicFrameChg>
        <pc:graphicFrameChg chg="add del">
          <ac:chgData name="David Onder" userId="a3892b99-6120-41f1-b9d0-d392ead8a44b" providerId="ADAL" clId="{14DF93C1-CE3C-4281-A530-E8B046F0281F}" dt="2025-05-14T19:44:51.571" v="4" actId="26606"/>
          <ac:graphicFrameMkLst>
            <pc:docMk/>
            <pc:sldMk cId="0" sldId="257"/>
            <ac:graphicFrameMk id="41" creationId="{EE8A244A-B223-81ED-6B02-7ABDF998FA07}"/>
          </ac:graphicFrameMkLst>
        </pc:graphicFrameChg>
        <pc:graphicFrameChg chg="add mod modGraphic">
          <ac:chgData name="David Onder" userId="a3892b99-6120-41f1-b9d0-d392ead8a44b" providerId="ADAL" clId="{14DF93C1-CE3C-4281-A530-E8B046F0281F}" dt="2025-05-14T19:56:45.731" v="106"/>
          <ac:graphicFrameMkLst>
            <pc:docMk/>
            <pc:sldMk cId="0" sldId="257"/>
            <ac:graphicFrameMk id="45" creationId="{6C1A7371-BE52-88AD-71B9-1485A115EC92}"/>
          </ac:graphicFrameMkLst>
        </pc:graphicFrameChg>
        <pc:cxnChg chg="add">
          <ac:chgData name="David Onder" userId="a3892b99-6120-41f1-b9d0-d392ead8a44b" providerId="ADAL" clId="{14DF93C1-CE3C-4281-A530-E8B046F0281F}" dt="2025-05-14T19:44:51.615" v="5" actId="26606"/>
          <ac:cxnSpMkLst>
            <pc:docMk/>
            <pc:sldMk cId="0" sldId="257"/>
            <ac:cxnSpMk id="44" creationId="{C8F51B3F-8331-4E4A-AE96-D47B1006EEAD}"/>
          </ac:cxnSpMkLst>
        </pc:cxnChg>
      </pc:sldChg>
      <pc:sldChg chg="addSp delSp modSp mod setBg">
        <pc:chgData name="David Onder" userId="a3892b99-6120-41f1-b9d0-d392ead8a44b" providerId="ADAL" clId="{14DF93C1-CE3C-4281-A530-E8B046F0281F}" dt="2025-05-14T19:49:00.046" v="54" actId="26606"/>
        <pc:sldMkLst>
          <pc:docMk/>
          <pc:sldMk cId="0" sldId="258"/>
        </pc:sldMkLst>
        <pc:spChg chg="mod">
          <ac:chgData name="David Onder" userId="a3892b99-6120-41f1-b9d0-d392ead8a44b" providerId="ADAL" clId="{14DF93C1-CE3C-4281-A530-E8B046F0281F}" dt="2025-05-14T19:49:00.046" v="54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David Onder" userId="a3892b99-6120-41f1-b9d0-d392ead8a44b" providerId="ADAL" clId="{14DF93C1-CE3C-4281-A530-E8B046F0281F}" dt="2025-05-14T19:47:55.215" v="42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David Onder" userId="a3892b99-6120-41f1-b9d0-d392ead8a44b" providerId="ADAL" clId="{14DF93C1-CE3C-4281-A530-E8B046F0281F}" dt="2025-05-14T19:49:00.046" v="54" actId="26606"/>
          <ac:spMkLst>
            <pc:docMk/>
            <pc:sldMk cId="0" sldId="258"/>
            <ac:spMk id="9" creationId="{2E442304-DDBD-4F7B-8017-36BCC863FB40}"/>
          </ac:spMkLst>
        </pc:spChg>
        <pc:spChg chg="add del">
          <ac:chgData name="David Onder" userId="a3892b99-6120-41f1-b9d0-d392ead8a44b" providerId="ADAL" clId="{14DF93C1-CE3C-4281-A530-E8B046F0281F}" dt="2025-05-14T19:49:00.046" v="54" actId="26606"/>
          <ac:spMkLst>
            <pc:docMk/>
            <pc:sldMk cId="0" sldId="258"/>
            <ac:spMk id="11" creationId="{5E107275-3853-46FD-A241-DE4355A42675}"/>
          </ac:spMkLst>
        </pc:spChg>
        <pc:spChg chg="add">
          <ac:chgData name="David Onder" userId="a3892b99-6120-41f1-b9d0-d392ead8a44b" providerId="ADAL" clId="{14DF93C1-CE3C-4281-A530-E8B046F0281F}" dt="2025-05-14T19:49:00.046" v="54" actId="26606"/>
          <ac:spMkLst>
            <pc:docMk/>
            <pc:sldMk cId="0" sldId="258"/>
            <ac:spMk id="16" creationId="{7517A47C-B2E5-4B79-8061-D74B1311AF6E}"/>
          </ac:spMkLst>
        </pc:spChg>
        <pc:spChg chg="add">
          <ac:chgData name="David Onder" userId="a3892b99-6120-41f1-b9d0-d392ead8a44b" providerId="ADAL" clId="{14DF93C1-CE3C-4281-A530-E8B046F0281F}" dt="2025-05-14T19:49:00.046" v="54" actId="26606"/>
          <ac:spMkLst>
            <pc:docMk/>
            <pc:sldMk cId="0" sldId="258"/>
            <ac:spMk id="18" creationId="{C505E780-2083-4CB5-A42A-5E0E2908ECC3}"/>
          </ac:spMkLst>
        </pc:spChg>
        <pc:spChg chg="add">
          <ac:chgData name="David Onder" userId="a3892b99-6120-41f1-b9d0-d392ead8a44b" providerId="ADAL" clId="{14DF93C1-CE3C-4281-A530-E8B046F0281F}" dt="2025-05-14T19:49:00.046" v="54" actId="26606"/>
          <ac:spMkLst>
            <pc:docMk/>
            <pc:sldMk cId="0" sldId="258"/>
            <ac:spMk id="20" creationId="{D2C0AE1C-0118-41AE-8A10-7CDCBF10E96F}"/>
          </ac:spMkLst>
        </pc:spChg>
        <pc:spChg chg="add">
          <ac:chgData name="David Onder" userId="a3892b99-6120-41f1-b9d0-d392ead8a44b" providerId="ADAL" clId="{14DF93C1-CE3C-4281-A530-E8B046F0281F}" dt="2025-05-14T19:49:00.046" v="54" actId="26606"/>
          <ac:spMkLst>
            <pc:docMk/>
            <pc:sldMk cId="0" sldId="258"/>
            <ac:spMk id="22" creationId="{463EEC44-1BA3-44ED-81FC-A644B04B2A44}"/>
          </ac:spMkLst>
        </pc:spChg>
        <pc:graphicFrameChg chg="add mod modGraphic">
          <ac:chgData name="David Onder" userId="a3892b99-6120-41f1-b9d0-d392ead8a44b" providerId="ADAL" clId="{14DF93C1-CE3C-4281-A530-E8B046F0281F}" dt="2025-05-14T19:49:00.046" v="54" actId="26606"/>
          <ac:graphicFrameMkLst>
            <pc:docMk/>
            <pc:sldMk cId="0" sldId="258"/>
            <ac:graphicFrameMk id="5" creationId="{7D303052-AEE1-E0BD-080A-B5D689EC0383}"/>
          </ac:graphicFrameMkLst>
        </pc:graphicFrameChg>
      </pc:sldChg>
      <pc:sldChg chg="addSp delSp modSp mod">
        <pc:chgData name="David Onder" userId="a3892b99-6120-41f1-b9d0-d392ead8a44b" providerId="ADAL" clId="{14DF93C1-CE3C-4281-A530-E8B046F0281F}" dt="2025-05-14T19:49:53.231" v="65" actId="403"/>
        <pc:sldMkLst>
          <pc:docMk/>
          <pc:sldMk cId="0" sldId="259"/>
        </pc:sldMkLst>
        <pc:spChg chg="del mod">
          <ac:chgData name="David Onder" userId="a3892b99-6120-41f1-b9d0-d392ead8a44b" providerId="ADAL" clId="{14DF93C1-CE3C-4281-A530-E8B046F0281F}" dt="2025-05-14T19:49:43.659" v="63" actId="26606"/>
          <ac:spMkLst>
            <pc:docMk/>
            <pc:sldMk cId="0" sldId="259"/>
            <ac:spMk id="3" creationId="{00000000-0000-0000-0000-000000000000}"/>
          </ac:spMkLst>
        </pc:spChg>
        <pc:graphicFrameChg chg="add modGraphic">
          <ac:chgData name="David Onder" userId="a3892b99-6120-41f1-b9d0-d392ead8a44b" providerId="ADAL" clId="{14DF93C1-CE3C-4281-A530-E8B046F0281F}" dt="2025-05-14T19:49:53.231" v="65" actId="403"/>
          <ac:graphicFrameMkLst>
            <pc:docMk/>
            <pc:sldMk cId="0" sldId="259"/>
            <ac:graphicFrameMk id="5" creationId="{BD3BDB09-432E-CF25-AEFA-F24BBBBEBDEF}"/>
          </ac:graphicFrameMkLst>
        </pc:graphicFrameChg>
      </pc:sldChg>
      <pc:sldChg chg="addSp delSp modSp mod">
        <pc:chgData name="David Onder" userId="a3892b99-6120-41f1-b9d0-d392ead8a44b" providerId="ADAL" clId="{14DF93C1-CE3C-4281-A530-E8B046F0281F}" dt="2025-05-14T20:01:06.411" v="107" actId="478"/>
        <pc:sldMkLst>
          <pc:docMk/>
          <pc:sldMk cId="0" sldId="260"/>
        </pc:sldMkLst>
        <pc:spChg chg="del mod">
          <ac:chgData name="David Onder" userId="a3892b99-6120-41f1-b9d0-d392ead8a44b" providerId="ADAL" clId="{14DF93C1-CE3C-4281-A530-E8B046F0281F}" dt="2025-05-14T19:50:50.808" v="82" actId="26606"/>
          <ac:spMkLst>
            <pc:docMk/>
            <pc:sldMk cId="0" sldId="260"/>
            <ac:spMk id="3" creationId="{00000000-0000-0000-0000-000000000000}"/>
          </ac:spMkLst>
        </pc:spChg>
        <pc:graphicFrameChg chg="add mod">
          <ac:chgData name="David Onder" userId="a3892b99-6120-41f1-b9d0-d392ead8a44b" providerId="ADAL" clId="{14DF93C1-CE3C-4281-A530-E8B046F0281F}" dt="2025-05-14T20:01:06.411" v="107" actId="478"/>
          <ac:graphicFrameMkLst>
            <pc:docMk/>
            <pc:sldMk cId="0" sldId="260"/>
            <ac:graphicFrameMk id="5" creationId="{525589D3-FF56-F6BE-74C0-F9D3AFD314C8}"/>
          </ac:graphicFrameMkLst>
        </pc:graphicFrameChg>
      </pc:sldChg>
      <pc:sldChg chg="addSp modSp mod setBg">
        <pc:chgData name="David Onder" userId="a3892b99-6120-41f1-b9d0-d392ead8a44b" providerId="ADAL" clId="{14DF93C1-CE3C-4281-A530-E8B046F0281F}" dt="2025-05-14T20:04:25.305" v="168" actId="313"/>
        <pc:sldMkLst>
          <pc:docMk/>
          <pc:sldMk cId="0" sldId="261"/>
        </pc:sldMkLst>
        <pc:spChg chg="mod">
          <ac:chgData name="David Onder" userId="a3892b99-6120-41f1-b9d0-d392ead8a44b" providerId="ADAL" clId="{14DF93C1-CE3C-4281-A530-E8B046F0281F}" dt="2025-05-14T20:03:37.525" v="156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David Onder" userId="a3892b99-6120-41f1-b9d0-d392ead8a44b" providerId="ADAL" clId="{14DF93C1-CE3C-4281-A530-E8B046F0281F}" dt="2025-05-14T20:04:25.305" v="168" actId="313"/>
          <ac:spMkLst>
            <pc:docMk/>
            <pc:sldMk cId="0" sldId="261"/>
            <ac:spMk id="3" creationId="{00000000-0000-0000-0000-000000000000}"/>
          </ac:spMkLst>
        </pc:spChg>
        <pc:spChg chg="add">
          <ac:chgData name="David Onder" userId="a3892b99-6120-41f1-b9d0-d392ead8a44b" providerId="ADAL" clId="{14DF93C1-CE3C-4281-A530-E8B046F0281F}" dt="2025-05-14T20:03:37.525" v="156" actId="26606"/>
          <ac:spMkLst>
            <pc:docMk/>
            <pc:sldMk cId="0" sldId="261"/>
            <ac:spMk id="10" creationId="{59A309A7-1751-4ABE-A3C1-EEC40366AD89}"/>
          </ac:spMkLst>
        </pc:spChg>
        <pc:spChg chg="add">
          <ac:chgData name="David Onder" userId="a3892b99-6120-41f1-b9d0-d392ead8a44b" providerId="ADAL" clId="{14DF93C1-CE3C-4281-A530-E8B046F0281F}" dt="2025-05-14T20:03:37.525" v="156" actId="26606"/>
          <ac:spMkLst>
            <pc:docMk/>
            <pc:sldMk cId="0" sldId="261"/>
            <ac:spMk id="12" creationId="{967D8EB6-EAE1-4F9C-B398-83321E287204}"/>
          </ac:spMkLst>
        </pc:spChg>
        <pc:picChg chg="add">
          <ac:chgData name="David Onder" userId="a3892b99-6120-41f1-b9d0-d392ead8a44b" providerId="ADAL" clId="{14DF93C1-CE3C-4281-A530-E8B046F0281F}" dt="2025-05-14T20:03:37.525" v="156" actId="26606"/>
          <ac:picMkLst>
            <pc:docMk/>
            <pc:sldMk cId="0" sldId="261"/>
            <ac:picMk id="7" creationId="{B9CDC7E0-0B60-E8F6-670B-716964D4529E}"/>
          </ac:picMkLst>
        </pc:picChg>
      </pc:sldChg>
      <pc:sldChg chg="addSp delSp modSp mod">
        <pc:chgData name="David Onder" userId="a3892b99-6120-41f1-b9d0-d392ead8a44b" providerId="ADAL" clId="{14DF93C1-CE3C-4281-A530-E8B046F0281F}" dt="2025-05-14T19:51:29.744" v="91" actId="26606"/>
        <pc:sldMkLst>
          <pc:docMk/>
          <pc:sldMk cId="0" sldId="262"/>
        </pc:sldMkLst>
        <pc:spChg chg="del mod">
          <ac:chgData name="David Onder" userId="a3892b99-6120-41f1-b9d0-d392ead8a44b" providerId="ADAL" clId="{14DF93C1-CE3C-4281-A530-E8B046F0281F}" dt="2025-05-14T19:51:29.744" v="91" actId="26606"/>
          <ac:spMkLst>
            <pc:docMk/>
            <pc:sldMk cId="0" sldId="262"/>
            <ac:spMk id="3" creationId="{00000000-0000-0000-0000-000000000000}"/>
          </ac:spMkLst>
        </pc:spChg>
        <pc:graphicFrameChg chg="add">
          <ac:chgData name="David Onder" userId="a3892b99-6120-41f1-b9d0-d392ead8a44b" providerId="ADAL" clId="{14DF93C1-CE3C-4281-A530-E8B046F0281F}" dt="2025-05-14T19:51:29.744" v="91" actId="26606"/>
          <ac:graphicFrameMkLst>
            <pc:docMk/>
            <pc:sldMk cId="0" sldId="262"/>
            <ac:graphicFrameMk id="5" creationId="{3C1D5425-A953-9248-748D-AC1D00393C2D}"/>
          </ac:graphicFrameMkLst>
        </pc:graphicFrameChg>
      </pc:sldChg>
      <pc:sldChg chg="addSp delSp modSp mod setBg">
        <pc:chgData name="David Onder" userId="a3892b99-6120-41f1-b9d0-d392ead8a44b" providerId="ADAL" clId="{14DF93C1-CE3C-4281-A530-E8B046F0281F}" dt="2025-05-14T19:52:04.930" v="102" actId="26606"/>
        <pc:sldMkLst>
          <pc:docMk/>
          <pc:sldMk cId="0" sldId="263"/>
        </pc:sldMkLst>
        <pc:spChg chg="mod">
          <ac:chgData name="David Onder" userId="a3892b99-6120-41f1-b9d0-d392ead8a44b" providerId="ADAL" clId="{14DF93C1-CE3C-4281-A530-E8B046F0281F}" dt="2025-05-14T19:52:04.930" v="102" actId="26606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David Onder" userId="a3892b99-6120-41f1-b9d0-d392ead8a44b" providerId="ADAL" clId="{14DF93C1-CE3C-4281-A530-E8B046F0281F}" dt="2025-05-14T19:52:04.930" v="102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David Onder" userId="a3892b99-6120-41f1-b9d0-d392ead8a44b" providerId="ADAL" clId="{14DF93C1-CE3C-4281-A530-E8B046F0281F}" dt="2025-05-14T19:52:04.930" v="102" actId="26606"/>
          <ac:spMkLst>
            <pc:docMk/>
            <pc:sldMk cId="0" sldId="263"/>
            <ac:spMk id="9" creationId="{7517A47C-B2E5-4B79-8061-D74B1311AF6E}"/>
          </ac:spMkLst>
        </pc:spChg>
        <pc:spChg chg="add">
          <ac:chgData name="David Onder" userId="a3892b99-6120-41f1-b9d0-d392ead8a44b" providerId="ADAL" clId="{14DF93C1-CE3C-4281-A530-E8B046F0281F}" dt="2025-05-14T19:52:04.930" v="102" actId="26606"/>
          <ac:spMkLst>
            <pc:docMk/>
            <pc:sldMk cId="0" sldId="263"/>
            <ac:spMk id="11" creationId="{C505E780-2083-4CB5-A42A-5E0E2908ECC3}"/>
          </ac:spMkLst>
        </pc:spChg>
        <pc:spChg chg="add">
          <ac:chgData name="David Onder" userId="a3892b99-6120-41f1-b9d0-d392ead8a44b" providerId="ADAL" clId="{14DF93C1-CE3C-4281-A530-E8B046F0281F}" dt="2025-05-14T19:52:04.930" v="102" actId="26606"/>
          <ac:spMkLst>
            <pc:docMk/>
            <pc:sldMk cId="0" sldId="263"/>
            <ac:spMk id="13" creationId="{D2C0AE1C-0118-41AE-8A10-7CDCBF10E96F}"/>
          </ac:spMkLst>
        </pc:spChg>
        <pc:spChg chg="add">
          <ac:chgData name="David Onder" userId="a3892b99-6120-41f1-b9d0-d392ead8a44b" providerId="ADAL" clId="{14DF93C1-CE3C-4281-A530-E8B046F0281F}" dt="2025-05-14T19:52:04.930" v="102" actId="26606"/>
          <ac:spMkLst>
            <pc:docMk/>
            <pc:sldMk cId="0" sldId="263"/>
            <ac:spMk id="15" creationId="{463EEC44-1BA3-44ED-81FC-A644B04B2A44}"/>
          </ac:spMkLst>
        </pc:spChg>
        <pc:graphicFrameChg chg="add">
          <ac:chgData name="David Onder" userId="a3892b99-6120-41f1-b9d0-d392ead8a44b" providerId="ADAL" clId="{14DF93C1-CE3C-4281-A530-E8B046F0281F}" dt="2025-05-14T19:52:04.930" v="102" actId="26606"/>
          <ac:graphicFrameMkLst>
            <pc:docMk/>
            <pc:sldMk cId="0" sldId="263"/>
            <ac:graphicFrameMk id="5" creationId="{B75D2C42-AB38-CE27-DE58-68CFF7B7B38C}"/>
          </ac:graphicFrameMkLst>
        </pc:graphicFrameChg>
      </pc:sldChg>
      <pc:sldChg chg="modSp new mod">
        <pc:chgData name="David Onder" userId="a3892b99-6120-41f1-b9d0-d392ead8a44b" providerId="ADAL" clId="{14DF93C1-CE3C-4281-A530-E8B046F0281F}" dt="2025-05-14T20:09:31.412" v="231" actId="6549"/>
        <pc:sldMkLst>
          <pc:docMk/>
          <pc:sldMk cId="1113147387" sldId="264"/>
        </pc:sldMkLst>
        <pc:spChg chg="mod">
          <ac:chgData name="David Onder" userId="a3892b99-6120-41f1-b9d0-d392ead8a44b" providerId="ADAL" clId="{14DF93C1-CE3C-4281-A530-E8B046F0281F}" dt="2025-05-14T20:07:06.551" v="176" actId="20577"/>
          <ac:spMkLst>
            <pc:docMk/>
            <pc:sldMk cId="1113147387" sldId="264"/>
            <ac:spMk id="2" creationId="{42229182-E792-A032-05B2-84E928178F07}"/>
          </ac:spMkLst>
        </pc:spChg>
        <pc:spChg chg="mod">
          <ac:chgData name="David Onder" userId="a3892b99-6120-41f1-b9d0-d392ead8a44b" providerId="ADAL" clId="{14DF93C1-CE3C-4281-A530-E8B046F0281F}" dt="2025-05-14T20:09:31.412" v="231" actId="6549"/>
          <ac:spMkLst>
            <pc:docMk/>
            <pc:sldMk cId="1113147387" sldId="264"/>
            <ac:spMk id="3" creationId="{3C0D9773-AE1D-0941-13DF-634C5303F5E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A2B629-B5FF-4099-9646-390D876C584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7ABD5B-2B8A-4564-95B2-E5EF880824D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/>
            <a:t>Reduce </a:t>
          </a:r>
          <a:r>
            <a:rPr lang="en-US" sz="1800" dirty="0"/>
            <a:t>manual data handling</a:t>
          </a:r>
        </a:p>
      </dgm:t>
    </dgm:pt>
    <dgm:pt modelId="{AD57C190-047D-409C-938F-245E4DF2EEEF}" type="parTrans" cxnId="{F3F421B2-04EE-4B86-BE06-4303CC2BC71C}">
      <dgm:prSet/>
      <dgm:spPr/>
      <dgm:t>
        <a:bodyPr/>
        <a:lstStyle/>
        <a:p>
          <a:endParaRPr lang="en-US"/>
        </a:p>
      </dgm:t>
    </dgm:pt>
    <dgm:pt modelId="{15C23960-FB00-49C0-A1A0-C2572B74F49B}" type="sibTrans" cxnId="{F3F421B2-04EE-4B86-BE06-4303CC2BC71C}">
      <dgm:prSet/>
      <dgm:spPr/>
      <dgm:t>
        <a:bodyPr/>
        <a:lstStyle/>
        <a:p>
          <a:endParaRPr lang="en-US"/>
        </a:p>
      </dgm:t>
    </dgm:pt>
    <dgm:pt modelId="{141C5FB6-BE08-40F2-A6F6-918E26B326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Ensure consistency and reproducibility</a:t>
          </a:r>
        </a:p>
      </dgm:t>
    </dgm:pt>
    <dgm:pt modelId="{D3716DE7-6540-4503-9E07-9AD005525C06}" type="parTrans" cxnId="{B7452A3A-625B-4FC3-8FF7-725CA5A01ECE}">
      <dgm:prSet/>
      <dgm:spPr/>
      <dgm:t>
        <a:bodyPr/>
        <a:lstStyle/>
        <a:p>
          <a:endParaRPr lang="en-US"/>
        </a:p>
      </dgm:t>
    </dgm:pt>
    <dgm:pt modelId="{B504A11E-C399-4D70-A77C-10BADFB17380}" type="sibTrans" cxnId="{B7452A3A-625B-4FC3-8FF7-725CA5A01ECE}">
      <dgm:prSet/>
      <dgm:spPr/>
      <dgm:t>
        <a:bodyPr/>
        <a:lstStyle/>
        <a:p>
          <a:endParaRPr lang="en-US"/>
        </a:p>
      </dgm:t>
    </dgm:pt>
    <dgm:pt modelId="{09033968-6A19-4A88-B762-C16B28997F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Save time each reporting cycle</a:t>
          </a:r>
        </a:p>
      </dgm:t>
    </dgm:pt>
    <dgm:pt modelId="{8DBDA374-E40C-4061-8C43-2E94E4A316A2}" type="parTrans" cxnId="{99A0A59E-F5BA-4A5F-B6B3-987D8B702EEA}">
      <dgm:prSet/>
      <dgm:spPr/>
      <dgm:t>
        <a:bodyPr/>
        <a:lstStyle/>
        <a:p>
          <a:endParaRPr lang="en-US"/>
        </a:p>
      </dgm:t>
    </dgm:pt>
    <dgm:pt modelId="{6305BD2C-F754-4F51-8928-73856A27EA42}" type="sibTrans" cxnId="{99A0A59E-F5BA-4A5F-B6B3-987D8B702EEA}">
      <dgm:prSet/>
      <dgm:spPr/>
      <dgm:t>
        <a:bodyPr/>
        <a:lstStyle/>
        <a:p>
          <a:endParaRPr lang="en-US"/>
        </a:p>
      </dgm:t>
    </dgm:pt>
    <dgm:pt modelId="{6DF48FD2-E93A-4AC5-BE29-FD4E2AE5354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Facilitate auditing and documentation</a:t>
          </a:r>
        </a:p>
      </dgm:t>
    </dgm:pt>
    <dgm:pt modelId="{5657000D-04C1-40A7-9FDD-6DE20B640000}" type="parTrans" cxnId="{E47C8259-2D88-41A0-BA51-596988D7954D}">
      <dgm:prSet/>
      <dgm:spPr/>
      <dgm:t>
        <a:bodyPr/>
        <a:lstStyle/>
        <a:p>
          <a:endParaRPr lang="en-US"/>
        </a:p>
      </dgm:t>
    </dgm:pt>
    <dgm:pt modelId="{8557CDBE-8C15-4BA6-8D51-9424A50EDA23}" type="sibTrans" cxnId="{E47C8259-2D88-41A0-BA51-596988D7954D}">
      <dgm:prSet/>
      <dgm:spPr/>
      <dgm:t>
        <a:bodyPr/>
        <a:lstStyle/>
        <a:p>
          <a:endParaRPr lang="en-US"/>
        </a:p>
      </dgm:t>
    </dgm:pt>
    <dgm:pt modelId="{365DE807-0B97-4F61-9157-8354283EA81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Improve data quality with standardized pipelines</a:t>
          </a:r>
        </a:p>
      </dgm:t>
    </dgm:pt>
    <dgm:pt modelId="{7DB3BD97-18AF-4A3C-B1EB-41588193C06C}" type="parTrans" cxnId="{B1EFEFAB-D4CC-46A6-9742-4E2C6494A099}">
      <dgm:prSet/>
      <dgm:spPr/>
      <dgm:t>
        <a:bodyPr/>
        <a:lstStyle/>
        <a:p>
          <a:endParaRPr lang="en-US"/>
        </a:p>
      </dgm:t>
    </dgm:pt>
    <dgm:pt modelId="{7FB527FC-AB1F-4E48-966B-401C6DBD7EB6}" type="sibTrans" cxnId="{B1EFEFAB-D4CC-46A6-9742-4E2C6494A099}">
      <dgm:prSet/>
      <dgm:spPr/>
      <dgm:t>
        <a:bodyPr/>
        <a:lstStyle/>
        <a:p>
          <a:endParaRPr lang="en-US"/>
        </a:p>
      </dgm:t>
    </dgm:pt>
    <dgm:pt modelId="{810320D0-697A-4842-8264-7EF77981D351}" type="pres">
      <dgm:prSet presAssocID="{45A2B629-B5FF-4099-9646-390D876C584B}" presName="root" presStyleCnt="0">
        <dgm:presLayoutVars>
          <dgm:dir/>
          <dgm:resizeHandles val="exact"/>
        </dgm:presLayoutVars>
      </dgm:prSet>
      <dgm:spPr/>
    </dgm:pt>
    <dgm:pt modelId="{35C930B8-8D84-486A-AEAF-BE94B20CD917}" type="pres">
      <dgm:prSet presAssocID="{897ABD5B-2B8A-4564-95B2-E5EF880824D7}" presName="compNode" presStyleCnt="0"/>
      <dgm:spPr/>
    </dgm:pt>
    <dgm:pt modelId="{81615243-0AD8-4D9D-9AF0-2A1B7F933827}" type="pres">
      <dgm:prSet presAssocID="{897ABD5B-2B8A-4564-95B2-E5EF880824D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E117388-D23F-42C9-BACF-CC94A90D8D99}" type="pres">
      <dgm:prSet presAssocID="{897ABD5B-2B8A-4564-95B2-E5EF880824D7}" presName="spaceRect" presStyleCnt="0"/>
      <dgm:spPr/>
    </dgm:pt>
    <dgm:pt modelId="{28FBF22F-F7E5-415A-8D58-75F18815D70A}" type="pres">
      <dgm:prSet presAssocID="{897ABD5B-2B8A-4564-95B2-E5EF880824D7}" presName="textRect" presStyleLbl="revTx" presStyleIdx="0" presStyleCnt="5" custScaleX="100000">
        <dgm:presLayoutVars>
          <dgm:chMax val="1"/>
          <dgm:chPref val="1"/>
        </dgm:presLayoutVars>
      </dgm:prSet>
      <dgm:spPr/>
    </dgm:pt>
    <dgm:pt modelId="{3BD50200-1B01-4F4C-A149-F92DEA64A927}" type="pres">
      <dgm:prSet presAssocID="{15C23960-FB00-49C0-A1A0-C2572B74F49B}" presName="sibTrans" presStyleCnt="0"/>
      <dgm:spPr/>
    </dgm:pt>
    <dgm:pt modelId="{73B11B76-F530-4A39-82EA-D954AEFF4408}" type="pres">
      <dgm:prSet presAssocID="{141C5FB6-BE08-40F2-A6F6-918E26B3262C}" presName="compNode" presStyleCnt="0"/>
      <dgm:spPr/>
    </dgm:pt>
    <dgm:pt modelId="{91F3FC74-5972-4294-AC73-1673CC1F4765}" type="pres">
      <dgm:prSet presAssocID="{141C5FB6-BE08-40F2-A6F6-918E26B3262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BAD4317-2F9C-4D07-9109-C7DA4898C99B}" type="pres">
      <dgm:prSet presAssocID="{141C5FB6-BE08-40F2-A6F6-918E26B3262C}" presName="spaceRect" presStyleCnt="0"/>
      <dgm:spPr/>
    </dgm:pt>
    <dgm:pt modelId="{B855BFFD-6F12-4F6B-B9DF-3B426498F6C2}" type="pres">
      <dgm:prSet presAssocID="{141C5FB6-BE08-40F2-A6F6-918E26B3262C}" presName="textRect" presStyleLbl="revTx" presStyleIdx="1" presStyleCnt="5" custScaleX="126946">
        <dgm:presLayoutVars>
          <dgm:chMax val="1"/>
          <dgm:chPref val="1"/>
        </dgm:presLayoutVars>
      </dgm:prSet>
      <dgm:spPr/>
    </dgm:pt>
    <dgm:pt modelId="{B1FFBB32-A798-4E0D-BE00-2126BBA103DE}" type="pres">
      <dgm:prSet presAssocID="{B504A11E-C399-4D70-A77C-10BADFB17380}" presName="sibTrans" presStyleCnt="0"/>
      <dgm:spPr/>
    </dgm:pt>
    <dgm:pt modelId="{3FF44B67-774E-4A7C-AEB4-D184862B6FC1}" type="pres">
      <dgm:prSet presAssocID="{09033968-6A19-4A88-B762-C16B28997F52}" presName="compNode" presStyleCnt="0"/>
      <dgm:spPr/>
    </dgm:pt>
    <dgm:pt modelId="{35B0499C-38A5-4524-B88F-85106498086A}" type="pres">
      <dgm:prSet presAssocID="{09033968-6A19-4A88-B762-C16B28997F52}" presName="iconRect" presStyleLbl="node1" presStyleIdx="2" presStyleCnt="5" custLinFactNeighborX="-3192" custLinFactNeighborY="-4141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4444967-6455-48EC-BE8E-B085A69B993E}" type="pres">
      <dgm:prSet presAssocID="{09033968-6A19-4A88-B762-C16B28997F52}" presName="spaceRect" presStyleCnt="0"/>
      <dgm:spPr/>
    </dgm:pt>
    <dgm:pt modelId="{4BEA82AA-699C-433C-BD7A-BC2198F6C365}" type="pres">
      <dgm:prSet presAssocID="{09033968-6A19-4A88-B762-C16B28997F52}" presName="textRect" presStyleLbl="revTx" presStyleIdx="2" presStyleCnt="5" custScaleX="118647" custLinFactNeighborX="-1437" custLinFactNeighborY="-4658">
        <dgm:presLayoutVars>
          <dgm:chMax val="1"/>
          <dgm:chPref val="1"/>
        </dgm:presLayoutVars>
      </dgm:prSet>
      <dgm:spPr/>
    </dgm:pt>
    <dgm:pt modelId="{E96654D1-C0BD-455C-AD53-A1D979624C25}" type="pres">
      <dgm:prSet presAssocID="{6305BD2C-F754-4F51-8928-73856A27EA42}" presName="sibTrans" presStyleCnt="0"/>
      <dgm:spPr/>
    </dgm:pt>
    <dgm:pt modelId="{DF3973BB-FEE4-4F5D-B21F-B478774F151E}" type="pres">
      <dgm:prSet presAssocID="{6DF48FD2-E93A-4AC5-BE29-FD4E2AE53544}" presName="compNode" presStyleCnt="0"/>
      <dgm:spPr/>
    </dgm:pt>
    <dgm:pt modelId="{8EFA09B4-D6D4-40E4-9D4A-5355C3F2DFFA}" type="pres">
      <dgm:prSet presAssocID="{6DF48FD2-E93A-4AC5-BE29-FD4E2AE5354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3552680-0791-4BAC-AACB-862EA7D0D290}" type="pres">
      <dgm:prSet presAssocID="{6DF48FD2-E93A-4AC5-BE29-FD4E2AE53544}" presName="spaceRect" presStyleCnt="0"/>
      <dgm:spPr/>
    </dgm:pt>
    <dgm:pt modelId="{89870AAC-8AEF-40D2-A3C8-C4FEFCC05CEE}" type="pres">
      <dgm:prSet presAssocID="{6DF48FD2-E93A-4AC5-BE29-FD4E2AE53544}" presName="textRect" presStyleLbl="revTx" presStyleIdx="3" presStyleCnt="5" custScaleX="136446">
        <dgm:presLayoutVars>
          <dgm:chMax val="1"/>
          <dgm:chPref val="1"/>
        </dgm:presLayoutVars>
      </dgm:prSet>
      <dgm:spPr/>
    </dgm:pt>
    <dgm:pt modelId="{E3193A41-B2CF-4C34-97E0-F71BBCBF7D45}" type="pres">
      <dgm:prSet presAssocID="{8557CDBE-8C15-4BA6-8D51-9424A50EDA23}" presName="sibTrans" presStyleCnt="0"/>
      <dgm:spPr/>
    </dgm:pt>
    <dgm:pt modelId="{5AEDCA74-E720-4B34-9CA3-0EECE9CFD2A0}" type="pres">
      <dgm:prSet presAssocID="{365DE807-0B97-4F61-9157-8354283EA817}" presName="compNode" presStyleCnt="0"/>
      <dgm:spPr/>
    </dgm:pt>
    <dgm:pt modelId="{051D2C81-37F4-4CE7-AF0A-A39573D07D8F}" type="pres">
      <dgm:prSet presAssocID="{365DE807-0B97-4F61-9157-8354283EA81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0580087-50A6-48B9-BC08-F5DDC1937350}" type="pres">
      <dgm:prSet presAssocID="{365DE807-0B97-4F61-9157-8354283EA817}" presName="spaceRect" presStyleCnt="0"/>
      <dgm:spPr/>
    </dgm:pt>
    <dgm:pt modelId="{37BEA883-5587-4A38-B1DD-AD8908260E2F}" type="pres">
      <dgm:prSet presAssocID="{365DE807-0B97-4F61-9157-8354283EA817}" presName="textRect" presStyleLbl="revTx" presStyleIdx="4" presStyleCnt="5" custScaleX="183873">
        <dgm:presLayoutVars>
          <dgm:chMax val="1"/>
          <dgm:chPref val="1"/>
        </dgm:presLayoutVars>
      </dgm:prSet>
      <dgm:spPr/>
    </dgm:pt>
  </dgm:ptLst>
  <dgm:cxnLst>
    <dgm:cxn modelId="{B7452A3A-625B-4FC3-8FF7-725CA5A01ECE}" srcId="{45A2B629-B5FF-4099-9646-390D876C584B}" destId="{141C5FB6-BE08-40F2-A6F6-918E26B3262C}" srcOrd="1" destOrd="0" parTransId="{D3716DE7-6540-4503-9E07-9AD005525C06}" sibTransId="{B504A11E-C399-4D70-A77C-10BADFB17380}"/>
    <dgm:cxn modelId="{B9712963-038E-4230-90ED-5BA6612E74A4}" type="presOf" srcId="{6DF48FD2-E93A-4AC5-BE29-FD4E2AE53544}" destId="{89870AAC-8AEF-40D2-A3C8-C4FEFCC05CEE}" srcOrd="0" destOrd="0" presId="urn:microsoft.com/office/officeart/2018/2/layout/IconLabelList"/>
    <dgm:cxn modelId="{051FBA47-8F09-4F54-B440-CE919486CF76}" type="presOf" srcId="{897ABD5B-2B8A-4564-95B2-E5EF880824D7}" destId="{28FBF22F-F7E5-415A-8D58-75F18815D70A}" srcOrd="0" destOrd="0" presId="urn:microsoft.com/office/officeart/2018/2/layout/IconLabelList"/>
    <dgm:cxn modelId="{E47C8259-2D88-41A0-BA51-596988D7954D}" srcId="{45A2B629-B5FF-4099-9646-390D876C584B}" destId="{6DF48FD2-E93A-4AC5-BE29-FD4E2AE53544}" srcOrd="3" destOrd="0" parTransId="{5657000D-04C1-40A7-9FDD-6DE20B640000}" sibTransId="{8557CDBE-8C15-4BA6-8D51-9424A50EDA23}"/>
    <dgm:cxn modelId="{8F9DE790-8A29-4213-93F5-3821CD8A0356}" type="presOf" srcId="{365DE807-0B97-4F61-9157-8354283EA817}" destId="{37BEA883-5587-4A38-B1DD-AD8908260E2F}" srcOrd="0" destOrd="0" presId="urn:microsoft.com/office/officeart/2018/2/layout/IconLabelList"/>
    <dgm:cxn modelId="{99A0A59E-F5BA-4A5F-B6B3-987D8B702EEA}" srcId="{45A2B629-B5FF-4099-9646-390D876C584B}" destId="{09033968-6A19-4A88-B762-C16B28997F52}" srcOrd="2" destOrd="0" parTransId="{8DBDA374-E40C-4061-8C43-2E94E4A316A2}" sibTransId="{6305BD2C-F754-4F51-8928-73856A27EA42}"/>
    <dgm:cxn modelId="{B1EFEFAB-D4CC-46A6-9742-4E2C6494A099}" srcId="{45A2B629-B5FF-4099-9646-390D876C584B}" destId="{365DE807-0B97-4F61-9157-8354283EA817}" srcOrd="4" destOrd="0" parTransId="{7DB3BD97-18AF-4A3C-B1EB-41588193C06C}" sibTransId="{7FB527FC-AB1F-4E48-966B-401C6DBD7EB6}"/>
    <dgm:cxn modelId="{27D4BCAE-101F-4893-B14D-E17CCC189074}" type="presOf" srcId="{45A2B629-B5FF-4099-9646-390D876C584B}" destId="{810320D0-697A-4842-8264-7EF77981D351}" srcOrd="0" destOrd="0" presId="urn:microsoft.com/office/officeart/2018/2/layout/IconLabelList"/>
    <dgm:cxn modelId="{F3F421B2-04EE-4B86-BE06-4303CC2BC71C}" srcId="{45A2B629-B5FF-4099-9646-390D876C584B}" destId="{897ABD5B-2B8A-4564-95B2-E5EF880824D7}" srcOrd="0" destOrd="0" parTransId="{AD57C190-047D-409C-938F-245E4DF2EEEF}" sibTransId="{15C23960-FB00-49C0-A1A0-C2572B74F49B}"/>
    <dgm:cxn modelId="{0A2A2AC8-2291-48F8-8341-7ED9221A31D6}" type="presOf" srcId="{09033968-6A19-4A88-B762-C16B28997F52}" destId="{4BEA82AA-699C-433C-BD7A-BC2198F6C365}" srcOrd="0" destOrd="0" presId="urn:microsoft.com/office/officeart/2018/2/layout/IconLabelList"/>
    <dgm:cxn modelId="{7B3368E8-7A7E-4AA2-94F1-64C11614B03A}" type="presOf" srcId="{141C5FB6-BE08-40F2-A6F6-918E26B3262C}" destId="{B855BFFD-6F12-4F6B-B9DF-3B426498F6C2}" srcOrd="0" destOrd="0" presId="urn:microsoft.com/office/officeart/2018/2/layout/IconLabelList"/>
    <dgm:cxn modelId="{37A7CE44-423E-4BA1-8D65-698E94A8C9DD}" type="presParOf" srcId="{810320D0-697A-4842-8264-7EF77981D351}" destId="{35C930B8-8D84-486A-AEAF-BE94B20CD917}" srcOrd="0" destOrd="0" presId="urn:microsoft.com/office/officeart/2018/2/layout/IconLabelList"/>
    <dgm:cxn modelId="{C293956C-BD58-4625-90E0-71748FE3F910}" type="presParOf" srcId="{35C930B8-8D84-486A-AEAF-BE94B20CD917}" destId="{81615243-0AD8-4D9D-9AF0-2A1B7F933827}" srcOrd="0" destOrd="0" presId="urn:microsoft.com/office/officeart/2018/2/layout/IconLabelList"/>
    <dgm:cxn modelId="{062A956F-223D-4232-8EFB-2DEE57C0A234}" type="presParOf" srcId="{35C930B8-8D84-486A-AEAF-BE94B20CD917}" destId="{BE117388-D23F-42C9-BACF-CC94A90D8D99}" srcOrd="1" destOrd="0" presId="urn:microsoft.com/office/officeart/2018/2/layout/IconLabelList"/>
    <dgm:cxn modelId="{21FA55D7-D194-4E51-9F27-A9CAE6FC9C2D}" type="presParOf" srcId="{35C930B8-8D84-486A-AEAF-BE94B20CD917}" destId="{28FBF22F-F7E5-415A-8D58-75F18815D70A}" srcOrd="2" destOrd="0" presId="urn:microsoft.com/office/officeart/2018/2/layout/IconLabelList"/>
    <dgm:cxn modelId="{B917A2E8-2630-4891-BCF4-8268D8DBEB02}" type="presParOf" srcId="{810320D0-697A-4842-8264-7EF77981D351}" destId="{3BD50200-1B01-4F4C-A149-F92DEA64A927}" srcOrd="1" destOrd="0" presId="urn:microsoft.com/office/officeart/2018/2/layout/IconLabelList"/>
    <dgm:cxn modelId="{2520AD65-0FD5-46B0-BD48-748EEFCE8FCB}" type="presParOf" srcId="{810320D0-697A-4842-8264-7EF77981D351}" destId="{73B11B76-F530-4A39-82EA-D954AEFF4408}" srcOrd="2" destOrd="0" presId="urn:microsoft.com/office/officeart/2018/2/layout/IconLabelList"/>
    <dgm:cxn modelId="{AF23EB65-B97E-4898-BDEB-39613D293153}" type="presParOf" srcId="{73B11B76-F530-4A39-82EA-D954AEFF4408}" destId="{91F3FC74-5972-4294-AC73-1673CC1F4765}" srcOrd="0" destOrd="0" presId="urn:microsoft.com/office/officeart/2018/2/layout/IconLabelList"/>
    <dgm:cxn modelId="{166AF6BC-F816-4A32-A448-062883DF4985}" type="presParOf" srcId="{73B11B76-F530-4A39-82EA-D954AEFF4408}" destId="{FBAD4317-2F9C-4D07-9109-C7DA4898C99B}" srcOrd="1" destOrd="0" presId="urn:microsoft.com/office/officeart/2018/2/layout/IconLabelList"/>
    <dgm:cxn modelId="{B7513E5B-F1E2-42B5-BDED-9ECC112426FB}" type="presParOf" srcId="{73B11B76-F530-4A39-82EA-D954AEFF4408}" destId="{B855BFFD-6F12-4F6B-B9DF-3B426498F6C2}" srcOrd="2" destOrd="0" presId="urn:microsoft.com/office/officeart/2018/2/layout/IconLabelList"/>
    <dgm:cxn modelId="{63ED95C8-1AFF-43E7-A52E-1C9128B4533F}" type="presParOf" srcId="{810320D0-697A-4842-8264-7EF77981D351}" destId="{B1FFBB32-A798-4E0D-BE00-2126BBA103DE}" srcOrd="3" destOrd="0" presId="urn:microsoft.com/office/officeart/2018/2/layout/IconLabelList"/>
    <dgm:cxn modelId="{47A51008-1B62-41FC-9EB3-99C7714A770F}" type="presParOf" srcId="{810320D0-697A-4842-8264-7EF77981D351}" destId="{3FF44B67-774E-4A7C-AEB4-D184862B6FC1}" srcOrd="4" destOrd="0" presId="urn:microsoft.com/office/officeart/2018/2/layout/IconLabelList"/>
    <dgm:cxn modelId="{60A5A120-09F3-4C40-A85E-EB0DD85BB629}" type="presParOf" srcId="{3FF44B67-774E-4A7C-AEB4-D184862B6FC1}" destId="{35B0499C-38A5-4524-B88F-85106498086A}" srcOrd="0" destOrd="0" presId="urn:microsoft.com/office/officeart/2018/2/layout/IconLabelList"/>
    <dgm:cxn modelId="{755F1BC1-DB9A-4AAB-80DC-FD76E7E48260}" type="presParOf" srcId="{3FF44B67-774E-4A7C-AEB4-D184862B6FC1}" destId="{B4444967-6455-48EC-BE8E-B085A69B993E}" srcOrd="1" destOrd="0" presId="urn:microsoft.com/office/officeart/2018/2/layout/IconLabelList"/>
    <dgm:cxn modelId="{F753B109-CA3A-41EF-AE06-F9FBE202C58E}" type="presParOf" srcId="{3FF44B67-774E-4A7C-AEB4-D184862B6FC1}" destId="{4BEA82AA-699C-433C-BD7A-BC2198F6C365}" srcOrd="2" destOrd="0" presId="urn:microsoft.com/office/officeart/2018/2/layout/IconLabelList"/>
    <dgm:cxn modelId="{E7E39009-0D06-46BD-A496-C3D5870040E4}" type="presParOf" srcId="{810320D0-697A-4842-8264-7EF77981D351}" destId="{E96654D1-C0BD-455C-AD53-A1D979624C25}" srcOrd="5" destOrd="0" presId="urn:microsoft.com/office/officeart/2018/2/layout/IconLabelList"/>
    <dgm:cxn modelId="{CEDF0DCA-C832-433E-8BE6-AC563A5BEFBB}" type="presParOf" srcId="{810320D0-697A-4842-8264-7EF77981D351}" destId="{DF3973BB-FEE4-4F5D-B21F-B478774F151E}" srcOrd="6" destOrd="0" presId="urn:microsoft.com/office/officeart/2018/2/layout/IconLabelList"/>
    <dgm:cxn modelId="{7CF981A5-8081-4AC3-A8B6-0ED842D40F2F}" type="presParOf" srcId="{DF3973BB-FEE4-4F5D-B21F-B478774F151E}" destId="{8EFA09B4-D6D4-40E4-9D4A-5355C3F2DFFA}" srcOrd="0" destOrd="0" presId="urn:microsoft.com/office/officeart/2018/2/layout/IconLabelList"/>
    <dgm:cxn modelId="{55AE6D2F-23E0-4CA4-8EFA-C85CC72CD186}" type="presParOf" srcId="{DF3973BB-FEE4-4F5D-B21F-B478774F151E}" destId="{53552680-0791-4BAC-AACB-862EA7D0D290}" srcOrd="1" destOrd="0" presId="urn:microsoft.com/office/officeart/2018/2/layout/IconLabelList"/>
    <dgm:cxn modelId="{C0CE4B89-56FA-4ECE-86EF-32DC77810B69}" type="presParOf" srcId="{DF3973BB-FEE4-4F5D-B21F-B478774F151E}" destId="{89870AAC-8AEF-40D2-A3C8-C4FEFCC05CEE}" srcOrd="2" destOrd="0" presId="urn:microsoft.com/office/officeart/2018/2/layout/IconLabelList"/>
    <dgm:cxn modelId="{90108AC7-C00A-4138-B92B-471BA042C6F6}" type="presParOf" srcId="{810320D0-697A-4842-8264-7EF77981D351}" destId="{E3193A41-B2CF-4C34-97E0-F71BBCBF7D45}" srcOrd="7" destOrd="0" presId="urn:microsoft.com/office/officeart/2018/2/layout/IconLabelList"/>
    <dgm:cxn modelId="{D3F73AF0-2FF4-4DCC-948D-540CC78CA5EF}" type="presParOf" srcId="{810320D0-697A-4842-8264-7EF77981D351}" destId="{5AEDCA74-E720-4B34-9CA3-0EECE9CFD2A0}" srcOrd="8" destOrd="0" presId="urn:microsoft.com/office/officeart/2018/2/layout/IconLabelList"/>
    <dgm:cxn modelId="{EFD971B9-827D-4977-AE16-BD7A6B05692F}" type="presParOf" srcId="{5AEDCA74-E720-4B34-9CA3-0EECE9CFD2A0}" destId="{051D2C81-37F4-4CE7-AF0A-A39573D07D8F}" srcOrd="0" destOrd="0" presId="urn:microsoft.com/office/officeart/2018/2/layout/IconLabelList"/>
    <dgm:cxn modelId="{F29A3BAB-D106-4EDF-9AAB-519B85AF9F18}" type="presParOf" srcId="{5AEDCA74-E720-4B34-9CA3-0EECE9CFD2A0}" destId="{C0580087-50A6-48B9-BC08-F5DDC1937350}" srcOrd="1" destOrd="0" presId="urn:microsoft.com/office/officeart/2018/2/layout/IconLabelList"/>
    <dgm:cxn modelId="{2A5BF5B2-B4B0-4CB6-BD56-D954B7556C2A}" type="presParOf" srcId="{5AEDCA74-E720-4B34-9CA3-0EECE9CFD2A0}" destId="{37BEA883-5587-4A38-B1DD-AD8908260E2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A041A9-C216-400B-937E-705F4F8E0A3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B662FA-6F7E-475D-B090-7C91761E37A6}">
      <dgm:prSet/>
      <dgm:spPr/>
      <dgm:t>
        <a:bodyPr/>
        <a:lstStyle/>
        <a:p>
          <a:r>
            <a:rPr lang="en-US" dirty="0"/>
            <a:t>R and RStudio</a:t>
          </a:r>
        </a:p>
      </dgm:t>
    </dgm:pt>
    <dgm:pt modelId="{3D07DA88-9261-43FB-93FE-EC66D0B60900}" type="parTrans" cxnId="{8F45A46B-C252-4094-9ECA-05A8B211594E}">
      <dgm:prSet/>
      <dgm:spPr/>
      <dgm:t>
        <a:bodyPr/>
        <a:lstStyle/>
        <a:p>
          <a:endParaRPr lang="en-US"/>
        </a:p>
      </dgm:t>
    </dgm:pt>
    <dgm:pt modelId="{FB52221C-D4DA-496E-AA19-7AAE2627DC47}" type="sibTrans" cxnId="{8F45A46B-C252-4094-9ECA-05A8B211594E}">
      <dgm:prSet/>
      <dgm:spPr/>
      <dgm:t>
        <a:bodyPr/>
        <a:lstStyle/>
        <a:p>
          <a:endParaRPr lang="en-US"/>
        </a:p>
      </dgm:t>
    </dgm:pt>
    <dgm:pt modelId="{11B826E4-B555-4521-87AB-B19BE19F42DF}">
      <dgm:prSet/>
      <dgm:spPr/>
      <dgm:t>
        <a:bodyPr/>
        <a:lstStyle/>
        <a:p>
          <a:r>
            <a:rPr lang="en-US" dirty="0"/>
            <a:t>Quarto (quarto.org)</a:t>
          </a:r>
        </a:p>
      </dgm:t>
    </dgm:pt>
    <dgm:pt modelId="{4999A1AD-50AE-49E9-8143-A402839E2766}" type="parTrans" cxnId="{88C957C5-B612-473B-8F55-8F54DE9883EA}">
      <dgm:prSet/>
      <dgm:spPr/>
      <dgm:t>
        <a:bodyPr/>
        <a:lstStyle/>
        <a:p>
          <a:endParaRPr lang="en-US"/>
        </a:p>
      </dgm:t>
    </dgm:pt>
    <dgm:pt modelId="{D877699B-F009-4031-91AF-369F6413B637}" type="sibTrans" cxnId="{88C957C5-B612-473B-8F55-8F54DE9883EA}">
      <dgm:prSet/>
      <dgm:spPr/>
      <dgm:t>
        <a:bodyPr/>
        <a:lstStyle/>
        <a:p>
          <a:endParaRPr lang="en-US"/>
        </a:p>
      </dgm:t>
    </dgm:pt>
    <dgm:pt modelId="{40B25CF4-E54A-4009-8412-7F9075E071FE}">
      <dgm:prSet/>
      <dgm:spPr/>
      <dgm:t>
        <a:bodyPr/>
        <a:lstStyle/>
        <a:p>
          <a:r>
            <a:rPr lang="en-US" dirty="0"/>
            <a:t>Institutional R packages: `</a:t>
          </a:r>
          <a:r>
            <a:rPr lang="en-US" dirty="0" err="1"/>
            <a:t>ccdwr</a:t>
          </a:r>
          <a:r>
            <a:rPr lang="en-US" dirty="0"/>
            <a:t>`, `</a:t>
          </a:r>
          <a:r>
            <a:rPr lang="en-US" dirty="0" err="1"/>
            <a:t>haywoodcc</a:t>
          </a:r>
          <a:r>
            <a:rPr lang="en-US" dirty="0"/>
            <a:t>`</a:t>
          </a:r>
        </a:p>
      </dgm:t>
    </dgm:pt>
    <dgm:pt modelId="{24FB5FAD-44B3-4538-8A7E-3097D44F2177}" type="parTrans" cxnId="{227D6B01-FD51-4E35-9B20-CCF8F0460C2C}">
      <dgm:prSet/>
      <dgm:spPr/>
      <dgm:t>
        <a:bodyPr/>
        <a:lstStyle/>
        <a:p>
          <a:endParaRPr lang="en-US"/>
        </a:p>
      </dgm:t>
    </dgm:pt>
    <dgm:pt modelId="{8D7A1583-3553-4249-98BB-43189861D58C}" type="sibTrans" cxnId="{227D6B01-FD51-4E35-9B20-CCF8F0460C2C}">
      <dgm:prSet/>
      <dgm:spPr/>
      <dgm:t>
        <a:bodyPr/>
        <a:lstStyle/>
        <a:p>
          <a:endParaRPr lang="en-US"/>
        </a:p>
      </dgm:t>
    </dgm:pt>
    <dgm:pt modelId="{3524ED30-F020-47AF-AD62-80EFEDBA07D6}">
      <dgm:prSet/>
      <dgm:spPr/>
      <dgm:t>
        <a:bodyPr/>
        <a:lstStyle/>
        <a:p>
          <a:r>
            <a:rPr lang="en-US" dirty="0"/>
            <a:t>NSC integration via `</a:t>
          </a:r>
          <a:r>
            <a:rPr lang="en-US" dirty="0" err="1"/>
            <a:t>nscrequest</a:t>
          </a:r>
          <a:r>
            <a:rPr lang="en-US" dirty="0"/>
            <a:t>`</a:t>
          </a:r>
        </a:p>
      </dgm:t>
    </dgm:pt>
    <dgm:pt modelId="{AD6187A9-3396-46A1-A60A-1B76C3BE56F6}" type="parTrans" cxnId="{8A0E2538-096F-440C-A72E-8F49A440EC70}">
      <dgm:prSet/>
      <dgm:spPr/>
      <dgm:t>
        <a:bodyPr/>
        <a:lstStyle/>
        <a:p>
          <a:endParaRPr lang="en-US"/>
        </a:p>
      </dgm:t>
    </dgm:pt>
    <dgm:pt modelId="{4DA38DD5-EF4A-4E70-8EC4-C13B91AA8A36}" type="sibTrans" cxnId="{8A0E2538-096F-440C-A72E-8F49A440EC70}">
      <dgm:prSet/>
      <dgm:spPr/>
      <dgm:t>
        <a:bodyPr/>
        <a:lstStyle/>
        <a:p>
          <a:endParaRPr lang="en-US"/>
        </a:p>
      </dgm:t>
    </dgm:pt>
    <dgm:pt modelId="{E84702B8-0408-48F7-ACFF-08E1EC8CBA6A}" type="pres">
      <dgm:prSet presAssocID="{D3A041A9-C216-400B-937E-705F4F8E0A3B}" presName="matrix" presStyleCnt="0">
        <dgm:presLayoutVars>
          <dgm:chMax val="1"/>
          <dgm:dir/>
          <dgm:resizeHandles val="exact"/>
        </dgm:presLayoutVars>
      </dgm:prSet>
      <dgm:spPr/>
    </dgm:pt>
    <dgm:pt modelId="{4FC69912-7B02-4655-A054-E125DAACFA4D}" type="pres">
      <dgm:prSet presAssocID="{D3A041A9-C216-400B-937E-705F4F8E0A3B}" presName="diamond" presStyleLbl="bgShp" presStyleIdx="0" presStyleCnt="1"/>
      <dgm:spPr/>
    </dgm:pt>
    <dgm:pt modelId="{E70EF3CD-4D6F-499E-AED1-EADDEFDE4410}" type="pres">
      <dgm:prSet presAssocID="{D3A041A9-C216-400B-937E-705F4F8E0A3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0BDC69D-6D49-45C1-B7E4-7BFB8650F94F}" type="pres">
      <dgm:prSet presAssocID="{D3A041A9-C216-400B-937E-705F4F8E0A3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B71AC8E-B672-4F8D-8669-48A4A07C5D2F}" type="pres">
      <dgm:prSet presAssocID="{D3A041A9-C216-400B-937E-705F4F8E0A3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E6171E0-9BD0-4199-9B13-D71CABA7252D}" type="pres">
      <dgm:prSet presAssocID="{D3A041A9-C216-400B-937E-705F4F8E0A3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27D6B01-FD51-4E35-9B20-CCF8F0460C2C}" srcId="{D3A041A9-C216-400B-937E-705F4F8E0A3B}" destId="{40B25CF4-E54A-4009-8412-7F9075E071FE}" srcOrd="2" destOrd="0" parTransId="{24FB5FAD-44B3-4538-8A7E-3097D44F2177}" sibTransId="{8D7A1583-3553-4249-98BB-43189861D58C}"/>
    <dgm:cxn modelId="{8A0E2538-096F-440C-A72E-8F49A440EC70}" srcId="{D3A041A9-C216-400B-937E-705F4F8E0A3B}" destId="{3524ED30-F020-47AF-AD62-80EFEDBA07D6}" srcOrd="3" destOrd="0" parTransId="{AD6187A9-3396-46A1-A60A-1B76C3BE56F6}" sibTransId="{4DA38DD5-EF4A-4E70-8EC4-C13B91AA8A36}"/>
    <dgm:cxn modelId="{650FC138-B1EE-4BA6-98B7-203BEB49E495}" type="presOf" srcId="{40B25CF4-E54A-4009-8412-7F9075E071FE}" destId="{BB71AC8E-B672-4F8D-8669-48A4A07C5D2F}" srcOrd="0" destOrd="0" presId="urn:microsoft.com/office/officeart/2005/8/layout/matrix3"/>
    <dgm:cxn modelId="{F51C3865-44A3-44D8-9CB1-AA6C73977DB5}" type="presOf" srcId="{11B826E4-B555-4521-87AB-B19BE19F42DF}" destId="{70BDC69D-6D49-45C1-B7E4-7BFB8650F94F}" srcOrd="0" destOrd="0" presId="urn:microsoft.com/office/officeart/2005/8/layout/matrix3"/>
    <dgm:cxn modelId="{2982EB66-0D41-4423-AECB-466A0EDA29F1}" type="presOf" srcId="{D3A041A9-C216-400B-937E-705F4F8E0A3B}" destId="{E84702B8-0408-48F7-ACFF-08E1EC8CBA6A}" srcOrd="0" destOrd="0" presId="urn:microsoft.com/office/officeart/2005/8/layout/matrix3"/>
    <dgm:cxn modelId="{8F45A46B-C252-4094-9ECA-05A8B211594E}" srcId="{D3A041A9-C216-400B-937E-705F4F8E0A3B}" destId="{A4B662FA-6F7E-475D-B090-7C91761E37A6}" srcOrd="0" destOrd="0" parTransId="{3D07DA88-9261-43FB-93FE-EC66D0B60900}" sibTransId="{FB52221C-D4DA-496E-AA19-7AAE2627DC47}"/>
    <dgm:cxn modelId="{E4AD4C52-023A-48C2-B3EB-E4598B4F5EEB}" type="presOf" srcId="{A4B662FA-6F7E-475D-B090-7C91761E37A6}" destId="{E70EF3CD-4D6F-499E-AED1-EADDEFDE4410}" srcOrd="0" destOrd="0" presId="urn:microsoft.com/office/officeart/2005/8/layout/matrix3"/>
    <dgm:cxn modelId="{88C957C5-B612-473B-8F55-8F54DE9883EA}" srcId="{D3A041A9-C216-400B-937E-705F4F8E0A3B}" destId="{11B826E4-B555-4521-87AB-B19BE19F42DF}" srcOrd="1" destOrd="0" parTransId="{4999A1AD-50AE-49E9-8143-A402839E2766}" sibTransId="{D877699B-F009-4031-91AF-369F6413B637}"/>
    <dgm:cxn modelId="{6ABD44D5-E2BE-4D79-A2DE-7B856F2FCCD2}" type="presOf" srcId="{3524ED30-F020-47AF-AD62-80EFEDBA07D6}" destId="{BE6171E0-9BD0-4199-9B13-D71CABA7252D}" srcOrd="0" destOrd="0" presId="urn:microsoft.com/office/officeart/2005/8/layout/matrix3"/>
    <dgm:cxn modelId="{ABF0DF77-6D67-4964-AB7C-4DED90BEB1FF}" type="presParOf" srcId="{E84702B8-0408-48F7-ACFF-08E1EC8CBA6A}" destId="{4FC69912-7B02-4655-A054-E125DAACFA4D}" srcOrd="0" destOrd="0" presId="urn:microsoft.com/office/officeart/2005/8/layout/matrix3"/>
    <dgm:cxn modelId="{45BC585B-D6AF-46A4-B887-C3ECE80DA3AC}" type="presParOf" srcId="{E84702B8-0408-48F7-ACFF-08E1EC8CBA6A}" destId="{E70EF3CD-4D6F-499E-AED1-EADDEFDE4410}" srcOrd="1" destOrd="0" presId="urn:microsoft.com/office/officeart/2005/8/layout/matrix3"/>
    <dgm:cxn modelId="{6A42716C-8FAE-466B-8944-498E0E20E38B}" type="presParOf" srcId="{E84702B8-0408-48F7-ACFF-08E1EC8CBA6A}" destId="{70BDC69D-6D49-45C1-B7E4-7BFB8650F94F}" srcOrd="2" destOrd="0" presId="urn:microsoft.com/office/officeart/2005/8/layout/matrix3"/>
    <dgm:cxn modelId="{6EFC1FBB-422E-449F-8FE5-D9D36E03F129}" type="presParOf" srcId="{E84702B8-0408-48F7-ACFF-08E1EC8CBA6A}" destId="{BB71AC8E-B672-4F8D-8669-48A4A07C5D2F}" srcOrd="3" destOrd="0" presId="urn:microsoft.com/office/officeart/2005/8/layout/matrix3"/>
    <dgm:cxn modelId="{CBFB564B-B0EE-4BA4-B5D8-E1583E28CBB5}" type="presParOf" srcId="{E84702B8-0408-48F7-ACFF-08E1EC8CBA6A}" destId="{BE6171E0-9BD0-4199-9B13-D71CABA7252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B856EF-18AA-48E7-9C09-A7D643E81B1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BDB10B-E645-4AEA-8C9A-C025D7CACEC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`_</a:t>
          </a:r>
          <a:r>
            <a:rPr lang="en-US" sz="1800" dirty="0" err="1"/>
            <a:t>packages.r</a:t>
          </a:r>
          <a:r>
            <a:rPr lang="en-US" sz="1800" dirty="0"/>
            <a:t>`: loads required libraries</a:t>
          </a:r>
        </a:p>
      </dgm:t>
    </dgm:pt>
    <dgm:pt modelId="{6753CE95-58AF-4FA0-868F-48EB27AEBC28}" type="parTrans" cxnId="{E3C07C47-2718-4094-B307-0C1F18F95AF8}">
      <dgm:prSet/>
      <dgm:spPr/>
      <dgm:t>
        <a:bodyPr/>
        <a:lstStyle/>
        <a:p>
          <a:endParaRPr lang="en-US"/>
        </a:p>
      </dgm:t>
    </dgm:pt>
    <dgm:pt modelId="{7E3DF6A1-6EBF-47EF-8727-070377712D77}" type="sibTrans" cxnId="{E3C07C47-2718-4094-B307-0C1F18F95AF8}">
      <dgm:prSet/>
      <dgm:spPr/>
      <dgm:t>
        <a:bodyPr/>
        <a:lstStyle/>
        <a:p>
          <a:endParaRPr lang="en-US"/>
        </a:p>
      </dgm:t>
    </dgm:pt>
    <dgm:pt modelId="{B01438D7-C76D-4B37-97FE-E9C255BDA8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`_quarto.yml`: project output config</a:t>
          </a:r>
        </a:p>
      </dgm:t>
    </dgm:pt>
    <dgm:pt modelId="{C8776E47-E6C3-4633-9920-6715D1B6F9DA}" type="parTrans" cxnId="{E1542285-B7C6-46AC-813C-B57BF803BB66}">
      <dgm:prSet/>
      <dgm:spPr/>
      <dgm:t>
        <a:bodyPr/>
        <a:lstStyle/>
        <a:p>
          <a:endParaRPr lang="en-US"/>
        </a:p>
      </dgm:t>
    </dgm:pt>
    <dgm:pt modelId="{CAE3829B-74D2-4366-9F1D-2F7701B7C8B5}" type="sibTrans" cxnId="{E1542285-B7C6-46AC-813C-B57BF803BB66}">
      <dgm:prSet/>
      <dgm:spPr/>
      <dgm:t>
        <a:bodyPr/>
        <a:lstStyle/>
        <a:p>
          <a:endParaRPr lang="en-US"/>
        </a:p>
      </dgm:t>
    </dgm:pt>
    <dgm:pt modelId="{0D4F1D67-25EB-4978-B6CE-01113A64CD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`.qmd` files: one for each IPEDS survey part</a:t>
          </a:r>
        </a:p>
      </dgm:t>
    </dgm:pt>
    <dgm:pt modelId="{2AD06575-DE9B-41E1-A498-7774D9481E48}" type="parTrans" cxnId="{C82624C6-38C5-4FAA-B95F-1F6A6F16C973}">
      <dgm:prSet/>
      <dgm:spPr/>
      <dgm:t>
        <a:bodyPr/>
        <a:lstStyle/>
        <a:p>
          <a:endParaRPr lang="en-US"/>
        </a:p>
      </dgm:t>
    </dgm:pt>
    <dgm:pt modelId="{13E3FF9D-69BD-4727-8462-C80291CD41A0}" type="sibTrans" cxnId="{C82624C6-38C5-4FAA-B95F-1F6A6F16C973}">
      <dgm:prSet/>
      <dgm:spPr/>
      <dgm:t>
        <a:bodyPr/>
        <a:lstStyle/>
        <a:p>
          <a:endParaRPr lang="en-US"/>
        </a:p>
      </dgm:t>
    </dgm:pt>
    <dgm:pt modelId="{71B73F19-DBD5-4B7F-A71D-71896BFB3C7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`.r` scripts: request files for NSC</a:t>
          </a:r>
        </a:p>
      </dgm:t>
    </dgm:pt>
    <dgm:pt modelId="{7E287598-47C9-4534-8E7D-7D4B527D8E6B}" type="parTrans" cxnId="{2166832A-F295-4740-8AE3-9B258CE24C6F}">
      <dgm:prSet/>
      <dgm:spPr/>
      <dgm:t>
        <a:bodyPr/>
        <a:lstStyle/>
        <a:p>
          <a:endParaRPr lang="en-US"/>
        </a:p>
      </dgm:t>
    </dgm:pt>
    <dgm:pt modelId="{028F0911-3931-405B-A200-37F91AE3AD6D}" type="sibTrans" cxnId="{2166832A-F295-4740-8AE3-9B258CE24C6F}">
      <dgm:prSet/>
      <dgm:spPr/>
      <dgm:t>
        <a:bodyPr/>
        <a:lstStyle/>
        <a:p>
          <a:endParaRPr lang="en-US"/>
        </a:p>
      </dgm:t>
    </dgm:pt>
    <dgm:pt modelId="{AF064C16-607B-4D93-A0D6-D06ECB3CEC22}" type="pres">
      <dgm:prSet presAssocID="{BCB856EF-18AA-48E7-9C09-A7D643E81B1A}" presName="root" presStyleCnt="0">
        <dgm:presLayoutVars>
          <dgm:dir/>
          <dgm:resizeHandles val="exact"/>
        </dgm:presLayoutVars>
      </dgm:prSet>
      <dgm:spPr/>
    </dgm:pt>
    <dgm:pt modelId="{C1426479-A782-4D89-B5C5-4F019F0A276D}" type="pres">
      <dgm:prSet presAssocID="{F5BDB10B-E645-4AEA-8C9A-C025D7CACEC1}" presName="compNode" presStyleCnt="0"/>
      <dgm:spPr/>
    </dgm:pt>
    <dgm:pt modelId="{4F404F4A-B410-48F5-89CF-9BBC96D284BF}" type="pres">
      <dgm:prSet presAssocID="{F5BDB10B-E645-4AEA-8C9A-C025D7CACEC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24ED6D48-D827-443B-AB24-3AE0DFCBDC33}" type="pres">
      <dgm:prSet presAssocID="{F5BDB10B-E645-4AEA-8C9A-C025D7CACEC1}" presName="spaceRect" presStyleCnt="0"/>
      <dgm:spPr/>
    </dgm:pt>
    <dgm:pt modelId="{04CC5459-516B-4BDE-B3C8-B850EEF305C4}" type="pres">
      <dgm:prSet presAssocID="{F5BDB10B-E645-4AEA-8C9A-C025D7CACEC1}" presName="textRect" presStyleLbl="revTx" presStyleIdx="0" presStyleCnt="4">
        <dgm:presLayoutVars>
          <dgm:chMax val="1"/>
          <dgm:chPref val="1"/>
        </dgm:presLayoutVars>
      </dgm:prSet>
      <dgm:spPr/>
    </dgm:pt>
    <dgm:pt modelId="{4A888EBF-6BC0-4CF8-96F3-B31D5F5072A5}" type="pres">
      <dgm:prSet presAssocID="{7E3DF6A1-6EBF-47EF-8727-070377712D77}" presName="sibTrans" presStyleCnt="0"/>
      <dgm:spPr/>
    </dgm:pt>
    <dgm:pt modelId="{635C7C3C-160F-400B-ADC2-A700A5DC5DFD}" type="pres">
      <dgm:prSet presAssocID="{B01438D7-C76D-4B37-97FE-E9C255BDA8E6}" presName="compNode" presStyleCnt="0"/>
      <dgm:spPr/>
    </dgm:pt>
    <dgm:pt modelId="{D34373CE-5F85-40DA-9E5D-C703B4713F81}" type="pres">
      <dgm:prSet presAssocID="{B01438D7-C76D-4B37-97FE-E9C255BDA8E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6EE174B-7EAB-4908-8D58-6C596853E0DF}" type="pres">
      <dgm:prSet presAssocID="{B01438D7-C76D-4B37-97FE-E9C255BDA8E6}" presName="spaceRect" presStyleCnt="0"/>
      <dgm:spPr/>
    </dgm:pt>
    <dgm:pt modelId="{93143E92-7BB6-43DF-A9EE-F41B68D75EFA}" type="pres">
      <dgm:prSet presAssocID="{B01438D7-C76D-4B37-97FE-E9C255BDA8E6}" presName="textRect" presStyleLbl="revTx" presStyleIdx="1" presStyleCnt="4">
        <dgm:presLayoutVars>
          <dgm:chMax val="1"/>
          <dgm:chPref val="1"/>
        </dgm:presLayoutVars>
      </dgm:prSet>
      <dgm:spPr/>
    </dgm:pt>
    <dgm:pt modelId="{995B860D-764D-4AEA-9EB1-21F7FE6DFBF2}" type="pres">
      <dgm:prSet presAssocID="{CAE3829B-74D2-4366-9F1D-2F7701B7C8B5}" presName="sibTrans" presStyleCnt="0"/>
      <dgm:spPr/>
    </dgm:pt>
    <dgm:pt modelId="{DEC021EB-D6CE-4018-8CC6-BC8D9E82F653}" type="pres">
      <dgm:prSet presAssocID="{0D4F1D67-25EB-4978-B6CE-01113A64CDCB}" presName="compNode" presStyleCnt="0"/>
      <dgm:spPr/>
    </dgm:pt>
    <dgm:pt modelId="{807A48AC-5633-41C6-88E1-2234F315FC57}" type="pres">
      <dgm:prSet presAssocID="{0D4F1D67-25EB-4978-B6CE-01113A64CD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54CB715-4F93-42A9-85AB-4A4D5B9E94F7}" type="pres">
      <dgm:prSet presAssocID="{0D4F1D67-25EB-4978-B6CE-01113A64CDCB}" presName="spaceRect" presStyleCnt="0"/>
      <dgm:spPr/>
    </dgm:pt>
    <dgm:pt modelId="{DDDB29B0-B54E-479A-A899-0A1B70D26120}" type="pres">
      <dgm:prSet presAssocID="{0D4F1D67-25EB-4978-B6CE-01113A64CDCB}" presName="textRect" presStyleLbl="revTx" presStyleIdx="2" presStyleCnt="4">
        <dgm:presLayoutVars>
          <dgm:chMax val="1"/>
          <dgm:chPref val="1"/>
        </dgm:presLayoutVars>
      </dgm:prSet>
      <dgm:spPr/>
    </dgm:pt>
    <dgm:pt modelId="{00617799-8697-407F-993D-26E3B28B8309}" type="pres">
      <dgm:prSet presAssocID="{13E3FF9D-69BD-4727-8462-C80291CD41A0}" presName="sibTrans" presStyleCnt="0"/>
      <dgm:spPr/>
    </dgm:pt>
    <dgm:pt modelId="{B2262632-929A-4446-BF80-D7517CDFA0DB}" type="pres">
      <dgm:prSet presAssocID="{71B73F19-DBD5-4B7F-A71D-71896BFB3C7C}" presName="compNode" presStyleCnt="0"/>
      <dgm:spPr/>
    </dgm:pt>
    <dgm:pt modelId="{5D15A991-85F1-45DC-9502-1D125932C729}" type="pres">
      <dgm:prSet presAssocID="{71B73F19-DBD5-4B7F-A71D-71896BFB3C7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699A3E0-955A-4468-8925-D815B0338B47}" type="pres">
      <dgm:prSet presAssocID="{71B73F19-DBD5-4B7F-A71D-71896BFB3C7C}" presName="spaceRect" presStyleCnt="0"/>
      <dgm:spPr/>
    </dgm:pt>
    <dgm:pt modelId="{07F1C00A-EC76-4B24-9520-AF1E10BC25E2}" type="pres">
      <dgm:prSet presAssocID="{71B73F19-DBD5-4B7F-A71D-71896BFB3C7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6F1E610-86E5-4665-B6B5-030746E82AB2}" type="presOf" srcId="{71B73F19-DBD5-4B7F-A71D-71896BFB3C7C}" destId="{07F1C00A-EC76-4B24-9520-AF1E10BC25E2}" srcOrd="0" destOrd="0" presId="urn:microsoft.com/office/officeart/2018/2/layout/IconLabelList"/>
    <dgm:cxn modelId="{2166832A-F295-4740-8AE3-9B258CE24C6F}" srcId="{BCB856EF-18AA-48E7-9C09-A7D643E81B1A}" destId="{71B73F19-DBD5-4B7F-A71D-71896BFB3C7C}" srcOrd="3" destOrd="0" parTransId="{7E287598-47C9-4534-8E7D-7D4B527D8E6B}" sibTransId="{028F0911-3931-405B-A200-37F91AE3AD6D}"/>
    <dgm:cxn modelId="{1DCFBB37-9BD4-4C2E-A825-03D5457285D1}" type="presOf" srcId="{B01438D7-C76D-4B37-97FE-E9C255BDA8E6}" destId="{93143E92-7BB6-43DF-A9EE-F41B68D75EFA}" srcOrd="0" destOrd="0" presId="urn:microsoft.com/office/officeart/2018/2/layout/IconLabelList"/>
    <dgm:cxn modelId="{E3C07C47-2718-4094-B307-0C1F18F95AF8}" srcId="{BCB856EF-18AA-48E7-9C09-A7D643E81B1A}" destId="{F5BDB10B-E645-4AEA-8C9A-C025D7CACEC1}" srcOrd="0" destOrd="0" parTransId="{6753CE95-58AF-4FA0-868F-48EB27AEBC28}" sibTransId="{7E3DF6A1-6EBF-47EF-8727-070377712D77}"/>
    <dgm:cxn modelId="{E1542285-B7C6-46AC-813C-B57BF803BB66}" srcId="{BCB856EF-18AA-48E7-9C09-A7D643E81B1A}" destId="{B01438D7-C76D-4B37-97FE-E9C255BDA8E6}" srcOrd="1" destOrd="0" parTransId="{C8776E47-E6C3-4633-9920-6715D1B6F9DA}" sibTransId="{CAE3829B-74D2-4366-9F1D-2F7701B7C8B5}"/>
    <dgm:cxn modelId="{09C67598-E78B-41F3-9CD1-9F0B36E92EE3}" type="presOf" srcId="{0D4F1D67-25EB-4978-B6CE-01113A64CDCB}" destId="{DDDB29B0-B54E-479A-A899-0A1B70D26120}" srcOrd="0" destOrd="0" presId="urn:microsoft.com/office/officeart/2018/2/layout/IconLabelList"/>
    <dgm:cxn modelId="{5237E2A7-23AC-4FAA-A18A-DEF0391F2CEC}" type="presOf" srcId="{BCB856EF-18AA-48E7-9C09-A7D643E81B1A}" destId="{AF064C16-607B-4D93-A0D6-D06ECB3CEC22}" srcOrd="0" destOrd="0" presId="urn:microsoft.com/office/officeart/2018/2/layout/IconLabelList"/>
    <dgm:cxn modelId="{C82624C6-38C5-4FAA-B95F-1F6A6F16C973}" srcId="{BCB856EF-18AA-48E7-9C09-A7D643E81B1A}" destId="{0D4F1D67-25EB-4978-B6CE-01113A64CDCB}" srcOrd="2" destOrd="0" parTransId="{2AD06575-DE9B-41E1-A498-7774D9481E48}" sibTransId="{13E3FF9D-69BD-4727-8462-C80291CD41A0}"/>
    <dgm:cxn modelId="{0C7A6BCD-F58B-48F6-B5BA-EE98B3844602}" type="presOf" srcId="{F5BDB10B-E645-4AEA-8C9A-C025D7CACEC1}" destId="{04CC5459-516B-4BDE-B3C8-B850EEF305C4}" srcOrd="0" destOrd="0" presId="urn:microsoft.com/office/officeart/2018/2/layout/IconLabelList"/>
    <dgm:cxn modelId="{5C56F563-FBF2-4BBB-B58A-3590DAB5440C}" type="presParOf" srcId="{AF064C16-607B-4D93-A0D6-D06ECB3CEC22}" destId="{C1426479-A782-4D89-B5C5-4F019F0A276D}" srcOrd="0" destOrd="0" presId="urn:microsoft.com/office/officeart/2018/2/layout/IconLabelList"/>
    <dgm:cxn modelId="{51AE3A3F-2762-4A39-BBD0-4FD900D3F49E}" type="presParOf" srcId="{C1426479-A782-4D89-B5C5-4F019F0A276D}" destId="{4F404F4A-B410-48F5-89CF-9BBC96D284BF}" srcOrd="0" destOrd="0" presId="urn:microsoft.com/office/officeart/2018/2/layout/IconLabelList"/>
    <dgm:cxn modelId="{F6F2795B-0C9F-459E-9C1B-9B301A14D439}" type="presParOf" srcId="{C1426479-A782-4D89-B5C5-4F019F0A276D}" destId="{24ED6D48-D827-443B-AB24-3AE0DFCBDC33}" srcOrd="1" destOrd="0" presId="urn:microsoft.com/office/officeart/2018/2/layout/IconLabelList"/>
    <dgm:cxn modelId="{FD67EA36-C184-4303-933B-24DC00239702}" type="presParOf" srcId="{C1426479-A782-4D89-B5C5-4F019F0A276D}" destId="{04CC5459-516B-4BDE-B3C8-B850EEF305C4}" srcOrd="2" destOrd="0" presId="urn:microsoft.com/office/officeart/2018/2/layout/IconLabelList"/>
    <dgm:cxn modelId="{8ED64A24-CD7A-4D0E-9D23-A5FFF18254CA}" type="presParOf" srcId="{AF064C16-607B-4D93-A0D6-D06ECB3CEC22}" destId="{4A888EBF-6BC0-4CF8-96F3-B31D5F5072A5}" srcOrd="1" destOrd="0" presId="urn:microsoft.com/office/officeart/2018/2/layout/IconLabelList"/>
    <dgm:cxn modelId="{2AE03431-ED63-4AEE-B644-B4B283227551}" type="presParOf" srcId="{AF064C16-607B-4D93-A0D6-D06ECB3CEC22}" destId="{635C7C3C-160F-400B-ADC2-A700A5DC5DFD}" srcOrd="2" destOrd="0" presId="urn:microsoft.com/office/officeart/2018/2/layout/IconLabelList"/>
    <dgm:cxn modelId="{B0850A89-2253-4F7E-9AEE-D8E8C65ED197}" type="presParOf" srcId="{635C7C3C-160F-400B-ADC2-A700A5DC5DFD}" destId="{D34373CE-5F85-40DA-9E5D-C703B4713F81}" srcOrd="0" destOrd="0" presId="urn:microsoft.com/office/officeart/2018/2/layout/IconLabelList"/>
    <dgm:cxn modelId="{C2CE5AAF-EE52-4700-BF97-107D63F63570}" type="presParOf" srcId="{635C7C3C-160F-400B-ADC2-A700A5DC5DFD}" destId="{16EE174B-7EAB-4908-8D58-6C596853E0DF}" srcOrd="1" destOrd="0" presId="urn:microsoft.com/office/officeart/2018/2/layout/IconLabelList"/>
    <dgm:cxn modelId="{C54703A8-6303-4DA8-B978-6069226F08D5}" type="presParOf" srcId="{635C7C3C-160F-400B-ADC2-A700A5DC5DFD}" destId="{93143E92-7BB6-43DF-A9EE-F41B68D75EFA}" srcOrd="2" destOrd="0" presId="urn:microsoft.com/office/officeart/2018/2/layout/IconLabelList"/>
    <dgm:cxn modelId="{C3A57B68-DB7D-4C1A-A632-F7523673155C}" type="presParOf" srcId="{AF064C16-607B-4D93-A0D6-D06ECB3CEC22}" destId="{995B860D-764D-4AEA-9EB1-21F7FE6DFBF2}" srcOrd="3" destOrd="0" presId="urn:microsoft.com/office/officeart/2018/2/layout/IconLabelList"/>
    <dgm:cxn modelId="{E741C837-A44A-4E2D-947B-7EC688D2D595}" type="presParOf" srcId="{AF064C16-607B-4D93-A0D6-D06ECB3CEC22}" destId="{DEC021EB-D6CE-4018-8CC6-BC8D9E82F653}" srcOrd="4" destOrd="0" presId="urn:microsoft.com/office/officeart/2018/2/layout/IconLabelList"/>
    <dgm:cxn modelId="{9814E649-59EB-4383-8D2D-9C7BFAF5FA8A}" type="presParOf" srcId="{DEC021EB-D6CE-4018-8CC6-BC8D9E82F653}" destId="{807A48AC-5633-41C6-88E1-2234F315FC57}" srcOrd="0" destOrd="0" presId="urn:microsoft.com/office/officeart/2018/2/layout/IconLabelList"/>
    <dgm:cxn modelId="{9B85B788-4A58-45E7-8DEF-8A6082DEA9DC}" type="presParOf" srcId="{DEC021EB-D6CE-4018-8CC6-BC8D9E82F653}" destId="{354CB715-4F93-42A9-85AB-4A4D5B9E94F7}" srcOrd="1" destOrd="0" presId="urn:microsoft.com/office/officeart/2018/2/layout/IconLabelList"/>
    <dgm:cxn modelId="{BBD1FFD8-A71E-4073-B40A-9C5B9B2FF440}" type="presParOf" srcId="{DEC021EB-D6CE-4018-8CC6-BC8D9E82F653}" destId="{DDDB29B0-B54E-479A-A899-0A1B70D26120}" srcOrd="2" destOrd="0" presId="urn:microsoft.com/office/officeart/2018/2/layout/IconLabelList"/>
    <dgm:cxn modelId="{65000D90-B747-43A9-9FBC-03CA67990AEE}" type="presParOf" srcId="{AF064C16-607B-4D93-A0D6-D06ECB3CEC22}" destId="{00617799-8697-407F-993D-26E3B28B8309}" srcOrd="5" destOrd="0" presId="urn:microsoft.com/office/officeart/2018/2/layout/IconLabelList"/>
    <dgm:cxn modelId="{637CAA51-90C6-47B3-ABB8-260B6E451E0A}" type="presParOf" srcId="{AF064C16-607B-4D93-A0D6-D06ECB3CEC22}" destId="{B2262632-929A-4446-BF80-D7517CDFA0DB}" srcOrd="6" destOrd="0" presId="urn:microsoft.com/office/officeart/2018/2/layout/IconLabelList"/>
    <dgm:cxn modelId="{196C65A0-03D6-4C11-AB05-50945BA43FFF}" type="presParOf" srcId="{B2262632-929A-4446-BF80-D7517CDFA0DB}" destId="{5D15A991-85F1-45DC-9502-1D125932C729}" srcOrd="0" destOrd="0" presId="urn:microsoft.com/office/officeart/2018/2/layout/IconLabelList"/>
    <dgm:cxn modelId="{3FF3822F-F8EB-414A-AC11-7F8AC75A9CF5}" type="presParOf" srcId="{B2262632-929A-4446-BF80-D7517CDFA0DB}" destId="{E699A3E0-955A-4468-8925-D815B0338B47}" srcOrd="1" destOrd="0" presId="urn:microsoft.com/office/officeart/2018/2/layout/IconLabelList"/>
    <dgm:cxn modelId="{492D5E67-E7A3-4317-8CAB-45C532D06A4A}" type="presParOf" srcId="{B2262632-929A-4446-BF80-D7517CDFA0DB}" destId="{07F1C00A-EC76-4B24-9520-AF1E10BC25E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234334-5DBD-405E-AF76-C41FFA2C035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C30C4FA-1403-4A23-A065-591FED3AE678}">
      <dgm:prSet/>
      <dgm:spPr/>
      <dgm:t>
        <a:bodyPr/>
        <a:lstStyle/>
        <a:p>
          <a:r>
            <a:rPr lang="en-US"/>
            <a:t>Install R, RStudio, Quarto</a:t>
          </a:r>
        </a:p>
      </dgm:t>
    </dgm:pt>
    <dgm:pt modelId="{0EAA9FBE-1D94-4BF3-9B44-EB630233D8AA}" type="parTrans" cxnId="{78815FAC-7CFB-4820-A0A2-5A108FB7372C}">
      <dgm:prSet/>
      <dgm:spPr/>
      <dgm:t>
        <a:bodyPr/>
        <a:lstStyle/>
        <a:p>
          <a:endParaRPr lang="en-US"/>
        </a:p>
      </dgm:t>
    </dgm:pt>
    <dgm:pt modelId="{C2679485-7548-4723-A84C-00F74D1F9A54}" type="sibTrans" cxnId="{78815FAC-7CFB-4820-A0A2-5A108FB7372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E232C5A-4A1A-4BED-BDF7-529D7F0BF738}">
      <dgm:prSet/>
      <dgm:spPr/>
      <dgm:t>
        <a:bodyPr/>
        <a:lstStyle/>
        <a:p>
          <a:r>
            <a:rPr lang="en-US"/>
            <a:t>Adjust `params` in each `.qmd` file</a:t>
          </a:r>
        </a:p>
      </dgm:t>
    </dgm:pt>
    <dgm:pt modelId="{7FB7CB83-1E84-4792-A0CC-1F266B6E2BD7}" type="parTrans" cxnId="{B151A376-6DDB-4DB1-ABD8-B3500D41C70C}">
      <dgm:prSet/>
      <dgm:spPr/>
      <dgm:t>
        <a:bodyPr/>
        <a:lstStyle/>
        <a:p>
          <a:endParaRPr lang="en-US"/>
        </a:p>
      </dgm:t>
    </dgm:pt>
    <dgm:pt modelId="{2BE9378F-C6C8-48BD-83DB-03A36A93B33C}" type="sibTrans" cxnId="{B151A376-6DDB-4DB1-ABD8-B3500D41C70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1326772-A8D9-4E96-A964-3D211EDA2DB4}">
      <dgm:prSet/>
      <dgm:spPr/>
      <dgm:t>
        <a:bodyPr/>
        <a:lstStyle/>
        <a:p>
          <a:r>
            <a:rPr lang="en-US"/>
            <a:t>Render each report via Quarto CLI</a:t>
          </a:r>
        </a:p>
      </dgm:t>
    </dgm:pt>
    <dgm:pt modelId="{3C53C1D3-725D-4D9A-9F1B-C15D87C21D0A}" type="parTrans" cxnId="{DD00601B-8BF9-4B5E-B6D1-7CB4AB63F3F2}">
      <dgm:prSet/>
      <dgm:spPr/>
      <dgm:t>
        <a:bodyPr/>
        <a:lstStyle/>
        <a:p>
          <a:endParaRPr lang="en-US"/>
        </a:p>
      </dgm:t>
    </dgm:pt>
    <dgm:pt modelId="{1BCC4D68-6049-48D1-8C04-801056FDFC84}" type="sibTrans" cxnId="{DD00601B-8BF9-4B5E-B6D1-7CB4AB63F3F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962B4C9-A874-4B11-B0AE-45C26EE8BB75}">
      <dgm:prSet/>
      <dgm:spPr/>
      <dgm:t>
        <a:bodyPr/>
        <a:lstStyle/>
        <a:p>
          <a:r>
            <a:rPr lang="en-US"/>
            <a:t>Use `.r` scripts for NSC output where needed</a:t>
          </a:r>
        </a:p>
      </dgm:t>
    </dgm:pt>
    <dgm:pt modelId="{C33A556F-A35D-41FA-AEFB-4B31D4EE4DFA}" type="parTrans" cxnId="{7894C660-6F74-42B4-BFC5-AC6D9FCBA919}">
      <dgm:prSet/>
      <dgm:spPr/>
      <dgm:t>
        <a:bodyPr/>
        <a:lstStyle/>
        <a:p>
          <a:endParaRPr lang="en-US"/>
        </a:p>
      </dgm:t>
    </dgm:pt>
    <dgm:pt modelId="{C9BACDFA-FC53-4B19-8049-C4595303525C}" type="sibTrans" cxnId="{7894C660-6F74-42B4-BFC5-AC6D9FCBA91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D30B4D26-C8A2-405E-9964-8CCEC462517D}" type="pres">
      <dgm:prSet presAssocID="{96234334-5DBD-405E-AF76-C41FFA2C035C}" presName="Name0" presStyleCnt="0">
        <dgm:presLayoutVars>
          <dgm:animLvl val="lvl"/>
          <dgm:resizeHandles val="exact"/>
        </dgm:presLayoutVars>
      </dgm:prSet>
      <dgm:spPr/>
    </dgm:pt>
    <dgm:pt modelId="{DF48BF7C-CACE-410B-88B5-6CA447FF43FC}" type="pres">
      <dgm:prSet presAssocID="{DC30C4FA-1403-4A23-A065-591FED3AE678}" presName="compositeNode" presStyleCnt="0">
        <dgm:presLayoutVars>
          <dgm:bulletEnabled val="1"/>
        </dgm:presLayoutVars>
      </dgm:prSet>
      <dgm:spPr/>
    </dgm:pt>
    <dgm:pt modelId="{A302B4CC-1A82-4F8B-8F93-BAF44B08D968}" type="pres">
      <dgm:prSet presAssocID="{DC30C4FA-1403-4A23-A065-591FED3AE678}" presName="bgRect" presStyleLbl="bgAccFollowNode1" presStyleIdx="0" presStyleCnt="4"/>
      <dgm:spPr/>
    </dgm:pt>
    <dgm:pt modelId="{3DD62645-2C3A-4670-82D0-9B582501E316}" type="pres">
      <dgm:prSet presAssocID="{C2679485-7548-4723-A84C-00F74D1F9A54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303F3C2F-B778-4DD2-80D7-C07584F9C0A9}" type="pres">
      <dgm:prSet presAssocID="{DC30C4FA-1403-4A23-A065-591FED3AE678}" presName="bottomLine" presStyleLbl="alignNode1" presStyleIdx="1" presStyleCnt="8">
        <dgm:presLayoutVars/>
      </dgm:prSet>
      <dgm:spPr/>
    </dgm:pt>
    <dgm:pt modelId="{16E50BC6-C7E1-4010-9A99-2792E12DBC99}" type="pres">
      <dgm:prSet presAssocID="{DC30C4FA-1403-4A23-A065-591FED3AE678}" presName="nodeText" presStyleLbl="bgAccFollowNode1" presStyleIdx="0" presStyleCnt="4">
        <dgm:presLayoutVars>
          <dgm:bulletEnabled val="1"/>
        </dgm:presLayoutVars>
      </dgm:prSet>
      <dgm:spPr/>
    </dgm:pt>
    <dgm:pt modelId="{C315E718-D341-4578-A941-CCCB9B40B109}" type="pres">
      <dgm:prSet presAssocID="{C2679485-7548-4723-A84C-00F74D1F9A54}" presName="sibTrans" presStyleCnt="0"/>
      <dgm:spPr/>
    </dgm:pt>
    <dgm:pt modelId="{E3FCE832-6524-4435-A9F0-78EA4BBE539A}" type="pres">
      <dgm:prSet presAssocID="{6E232C5A-4A1A-4BED-BDF7-529D7F0BF738}" presName="compositeNode" presStyleCnt="0">
        <dgm:presLayoutVars>
          <dgm:bulletEnabled val="1"/>
        </dgm:presLayoutVars>
      </dgm:prSet>
      <dgm:spPr/>
    </dgm:pt>
    <dgm:pt modelId="{13DC8C2F-7FEC-4E97-B90F-53CF91F130C9}" type="pres">
      <dgm:prSet presAssocID="{6E232C5A-4A1A-4BED-BDF7-529D7F0BF738}" presName="bgRect" presStyleLbl="bgAccFollowNode1" presStyleIdx="1" presStyleCnt="4"/>
      <dgm:spPr/>
    </dgm:pt>
    <dgm:pt modelId="{3F6A81AB-0DC1-400F-B738-C65B29E95049}" type="pres">
      <dgm:prSet presAssocID="{2BE9378F-C6C8-48BD-83DB-03A36A93B33C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0DFD9F5E-47FD-4BED-B2C8-0E7A4F2BAB26}" type="pres">
      <dgm:prSet presAssocID="{6E232C5A-4A1A-4BED-BDF7-529D7F0BF738}" presName="bottomLine" presStyleLbl="alignNode1" presStyleIdx="3" presStyleCnt="8">
        <dgm:presLayoutVars/>
      </dgm:prSet>
      <dgm:spPr/>
    </dgm:pt>
    <dgm:pt modelId="{C5679B8E-4D3E-4349-A326-8E131627FF21}" type="pres">
      <dgm:prSet presAssocID="{6E232C5A-4A1A-4BED-BDF7-529D7F0BF738}" presName="nodeText" presStyleLbl="bgAccFollowNode1" presStyleIdx="1" presStyleCnt="4">
        <dgm:presLayoutVars>
          <dgm:bulletEnabled val="1"/>
        </dgm:presLayoutVars>
      </dgm:prSet>
      <dgm:spPr/>
    </dgm:pt>
    <dgm:pt modelId="{3AE06A11-8D4D-4572-9B8B-1ED1909B5B5C}" type="pres">
      <dgm:prSet presAssocID="{2BE9378F-C6C8-48BD-83DB-03A36A93B33C}" presName="sibTrans" presStyleCnt="0"/>
      <dgm:spPr/>
    </dgm:pt>
    <dgm:pt modelId="{F0420209-266B-4668-A65D-0443988891B6}" type="pres">
      <dgm:prSet presAssocID="{91326772-A8D9-4E96-A964-3D211EDA2DB4}" presName="compositeNode" presStyleCnt="0">
        <dgm:presLayoutVars>
          <dgm:bulletEnabled val="1"/>
        </dgm:presLayoutVars>
      </dgm:prSet>
      <dgm:spPr/>
    </dgm:pt>
    <dgm:pt modelId="{1AF8B04E-1C87-4CF0-BAC1-C5F315AB9BCC}" type="pres">
      <dgm:prSet presAssocID="{91326772-A8D9-4E96-A964-3D211EDA2DB4}" presName="bgRect" presStyleLbl="bgAccFollowNode1" presStyleIdx="2" presStyleCnt="4"/>
      <dgm:spPr/>
    </dgm:pt>
    <dgm:pt modelId="{06FD46D9-44C2-404F-AC77-CE33346D85BA}" type="pres">
      <dgm:prSet presAssocID="{1BCC4D68-6049-48D1-8C04-801056FDFC84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477950B2-5ADC-49B4-9A02-F1B769D56858}" type="pres">
      <dgm:prSet presAssocID="{91326772-A8D9-4E96-A964-3D211EDA2DB4}" presName="bottomLine" presStyleLbl="alignNode1" presStyleIdx="5" presStyleCnt="8">
        <dgm:presLayoutVars/>
      </dgm:prSet>
      <dgm:spPr/>
    </dgm:pt>
    <dgm:pt modelId="{A0FB5C94-9474-41B1-89BD-042EBF7DE3EA}" type="pres">
      <dgm:prSet presAssocID="{91326772-A8D9-4E96-A964-3D211EDA2DB4}" presName="nodeText" presStyleLbl="bgAccFollowNode1" presStyleIdx="2" presStyleCnt="4">
        <dgm:presLayoutVars>
          <dgm:bulletEnabled val="1"/>
        </dgm:presLayoutVars>
      </dgm:prSet>
      <dgm:spPr/>
    </dgm:pt>
    <dgm:pt modelId="{96810B5E-F997-4226-A7EC-EDA280D889EE}" type="pres">
      <dgm:prSet presAssocID="{1BCC4D68-6049-48D1-8C04-801056FDFC84}" presName="sibTrans" presStyleCnt="0"/>
      <dgm:spPr/>
    </dgm:pt>
    <dgm:pt modelId="{5EF4A760-13E6-44F1-B167-DB4CFD6707A3}" type="pres">
      <dgm:prSet presAssocID="{6962B4C9-A874-4B11-B0AE-45C26EE8BB75}" presName="compositeNode" presStyleCnt="0">
        <dgm:presLayoutVars>
          <dgm:bulletEnabled val="1"/>
        </dgm:presLayoutVars>
      </dgm:prSet>
      <dgm:spPr/>
    </dgm:pt>
    <dgm:pt modelId="{3A4C6F8D-1E89-4CD0-A207-3E8D93580328}" type="pres">
      <dgm:prSet presAssocID="{6962B4C9-A874-4B11-B0AE-45C26EE8BB75}" presName="bgRect" presStyleLbl="bgAccFollowNode1" presStyleIdx="3" presStyleCnt="4"/>
      <dgm:spPr/>
    </dgm:pt>
    <dgm:pt modelId="{9872C118-8244-46DD-9498-56799A5B164E}" type="pres">
      <dgm:prSet presAssocID="{C9BACDFA-FC53-4B19-8049-C4595303525C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1E13959D-EEC8-44CE-BE41-800DC70EC995}" type="pres">
      <dgm:prSet presAssocID="{6962B4C9-A874-4B11-B0AE-45C26EE8BB75}" presName="bottomLine" presStyleLbl="alignNode1" presStyleIdx="7" presStyleCnt="8">
        <dgm:presLayoutVars/>
      </dgm:prSet>
      <dgm:spPr/>
    </dgm:pt>
    <dgm:pt modelId="{47C0DF7D-9FFD-426B-BC2E-BB2A7AA26926}" type="pres">
      <dgm:prSet presAssocID="{6962B4C9-A874-4B11-B0AE-45C26EE8BB75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AD3F7B0D-A9A9-4356-AE28-088E116A4E91}" type="presOf" srcId="{1BCC4D68-6049-48D1-8C04-801056FDFC84}" destId="{06FD46D9-44C2-404F-AC77-CE33346D85BA}" srcOrd="0" destOrd="0" presId="urn:microsoft.com/office/officeart/2016/7/layout/BasicLinearProcessNumbered"/>
    <dgm:cxn modelId="{ED67E517-9E57-40BB-B816-742CBC68685B}" type="presOf" srcId="{96234334-5DBD-405E-AF76-C41FFA2C035C}" destId="{D30B4D26-C8A2-405E-9964-8CCEC462517D}" srcOrd="0" destOrd="0" presId="urn:microsoft.com/office/officeart/2016/7/layout/BasicLinearProcessNumbered"/>
    <dgm:cxn modelId="{DD00601B-8BF9-4B5E-B6D1-7CB4AB63F3F2}" srcId="{96234334-5DBD-405E-AF76-C41FFA2C035C}" destId="{91326772-A8D9-4E96-A964-3D211EDA2DB4}" srcOrd="2" destOrd="0" parTransId="{3C53C1D3-725D-4D9A-9F1B-C15D87C21D0A}" sibTransId="{1BCC4D68-6049-48D1-8C04-801056FDFC84}"/>
    <dgm:cxn modelId="{8CF5B12C-F1F2-4D51-983F-8E5675D2BC9A}" type="presOf" srcId="{C2679485-7548-4723-A84C-00F74D1F9A54}" destId="{3DD62645-2C3A-4670-82D0-9B582501E316}" srcOrd="0" destOrd="0" presId="urn:microsoft.com/office/officeart/2016/7/layout/BasicLinearProcessNumbered"/>
    <dgm:cxn modelId="{ED1D0A2E-AB38-4C7A-B39C-88038D38CC3B}" type="presOf" srcId="{91326772-A8D9-4E96-A964-3D211EDA2DB4}" destId="{1AF8B04E-1C87-4CF0-BAC1-C5F315AB9BCC}" srcOrd="0" destOrd="0" presId="urn:microsoft.com/office/officeart/2016/7/layout/BasicLinearProcessNumbered"/>
    <dgm:cxn modelId="{7894C660-6F74-42B4-BFC5-AC6D9FCBA919}" srcId="{96234334-5DBD-405E-AF76-C41FFA2C035C}" destId="{6962B4C9-A874-4B11-B0AE-45C26EE8BB75}" srcOrd="3" destOrd="0" parTransId="{C33A556F-A35D-41FA-AEFB-4B31D4EE4DFA}" sibTransId="{C9BACDFA-FC53-4B19-8049-C4595303525C}"/>
    <dgm:cxn modelId="{1CAB0A61-E069-459D-AC4B-8461F800BFA2}" type="presOf" srcId="{DC30C4FA-1403-4A23-A065-591FED3AE678}" destId="{16E50BC6-C7E1-4010-9A99-2792E12DBC99}" srcOrd="1" destOrd="0" presId="urn:microsoft.com/office/officeart/2016/7/layout/BasicLinearProcessNumbered"/>
    <dgm:cxn modelId="{58648948-AB20-44F1-840C-E338C727B4C8}" type="presOf" srcId="{C9BACDFA-FC53-4B19-8049-C4595303525C}" destId="{9872C118-8244-46DD-9498-56799A5B164E}" srcOrd="0" destOrd="0" presId="urn:microsoft.com/office/officeart/2016/7/layout/BasicLinearProcessNumbered"/>
    <dgm:cxn modelId="{0E85AB51-67D8-4D8C-BCD1-58BC8167243F}" type="presOf" srcId="{6E232C5A-4A1A-4BED-BDF7-529D7F0BF738}" destId="{13DC8C2F-7FEC-4E97-B90F-53CF91F130C9}" srcOrd="0" destOrd="0" presId="urn:microsoft.com/office/officeart/2016/7/layout/BasicLinearProcessNumbered"/>
    <dgm:cxn modelId="{B151A376-6DDB-4DB1-ABD8-B3500D41C70C}" srcId="{96234334-5DBD-405E-AF76-C41FFA2C035C}" destId="{6E232C5A-4A1A-4BED-BDF7-529D7F0BF738}" srcOrd="1" destOrd="0" parTransId="{7FB7CB83-1E84-4792-A0CC-1F266B6E2BD7}" sibTransId="{2BE9378F-C6C8-48BD-83DB-03A36A93B33C}"/>
    <dgm:cxn modelId="{DBBEC184-D867-4B7F-94D2-7099D1FC5FEA}" type="presOf" srcId="{6962B4C9-A874-4B11-B0AE-45C26EE8BB75}" destId="{3A4C6F8D-1E89-4CD0-A207-3E8D93580328}" srcOrd="0" destOrd="0" presId="urn:microsoft.com/office/officeart/2016/7/layout/BasicLinearProcessNumbered"/>
    <dgm:cxn modelId="{AAD28292-D261-4576-B875-C4F908946744}" type="presOf" srcId="{DC30C4FA-1403-4A23-A065-591FED3AE678}" destId="{A302B4CC-1A82-4F8B-8F93-BAF44B08D968}" srcOrd="0" destOrd="0" presId="urn:microsoft.com/office/officeart/2016/7/layout/BasicLinearProcessNumbered"/>
    <dgm:cxn modelId="{A1809B9D-CB8A-4CE3-A33B-4B126C3BF521}" type="presOf" srcId="{6E232C5A-4A1A-4BED-BDF7-529D7F0BF738}" destId="{C5679B8E-4D3E-4349-A326-8E131627FF21}" srcOrd="1" destOrd="0" presId="urn:microsoft.com/office/officeart/2016/7/layout/BasicLinearProcessNumbered"/>
    <dgm:cxn modelId="{8BFBE6A0-D45A-40C0-967B-E8D4CF577E28}" type="presOf" srcId="{91326772-A8D9-4E96-A964-3D211EDA2DB4}" destId="{A0FB5C94-9474-41B1-89BD-042EBF7DE3EA}" srcOrd="1" destOrd="0" presId="urn:microsoft.com/office/officeart/2016/7/layout/BasicLinearProcessNumbered"/>
    <dgm:cxn modelId="{78815FAC-7CFB-4820-A0A2-5A108FB7372C}" srcId="{96234334-5DBD-405E-AF76-C41FFA2C035C}" destId="{DC30C4FA-1403-4A23-A065-591FED3AE678}" srcOrd="0" destOrd="0" parTransId="{0EAA9FBE-1D94-4BF3-9B44-EB630233D8AA}" sibTransId="{C2679485-7548-4723-A84C-00F74D1F9A54}"/>
    <dgm:cxn modelId="{758785BE-E9DF-4B48-810B-5D8A17F19A3B}" type="presOf" srcId="{6962B4C9-A874-4B11-B0AE-45C26EE8BB75}" destId="{47C0DF7D-9FFD-426B-BC2E-BB2A7AA26926}" srcOrd="1" destOrd="0" presId="urn:microsoft.com/office/officeart/2016/7/layout/BasicLinearProcessNumbered"/>
    <dgm:cxn modelId="{F9231AC7-862B-4519-9EA0-5FD66E02972E}" type="presOf" srcId="{2BE9378F-C6C8-48BD-83DB-03A36A93B33C}" destId="{3F6A81AB-0DC1-400F-B738-C65B29E95049}" srcOrd="0" destOrd="0" presId="urn:microsoft.com/office/officeart/2016/7/layout/BasicLinearProcessNumbered"/>
    <dgm:cxn modelId="{341EBEE1-F666-4581-8214-559D17025748}" type="presParOf" srcId="{D30B4D26-C8A2-405E-9964-8CCEC462517D}" destId="{DF48BF7C-CACE-410B-88B5-6CA447FF43FC}" srcOrd="0" destOrd="0" presId="urn:microsoft.com/office/officeart/2016/7/layout/BasicLinearProcessNumbered"/>
    <dgm:cxn modelId="{2ED4F095-F07C-4F40-9274-76FC24604309}" type="presParOf" srcId="{DF48BF7C-CACE-410B-88B5-6CA447FF43FC}" destId="{A302B4CC-1A82-4F8B-8F93-BAF44B08D968}" srcOrd="0" destOrd="0" presId="urn:microsoft.com/office/officeart/2016/7/layout/BasicLinearProcessNumbered"/>
    <dgm:cxn modelId="{5A6D8483-B54E-4F06-A790-2DFE3A8AD047}" type="presParOf" srcId="{DF48BF7C-CACE-410B-88B5-6CA447FF43FC}" destId="{3DD62645-2C3A-4670-82D0-9B582501E316}" srcOrd="1" destOrd="0" presId="urn:microsoft.com/office/officeart/2016/7/layout/BasicLinearProcessNumbered"/>
    <dgm:cxn modelId="{B7A84ADA-C57B-4C52-A40C-2C815455801A}" type="presParOf" srcId="{DF48BF7C-CACE-410B-88B5-6CA447FF43FC}" destId="{303F3C2F-B778-4DD2-80D7-C07584F9C0A9}" srcOrd="2" destOrd="0" presId="urn:microsoft.com/office/officeart/2016/7/layout/BasicLinearProcessNumbered"/>
    <dgm:cxn modelId="{A2AA917F-7883-43F8-9368-982082F557D5}" type="presParOf" srcId="{DF48BF7C-CACE-410B-88B5-6CA447FF43FC}" destId="{16E50BC6-C7E1-4010-9A99-2792E12DBC99}" srcOrd="3" destOrd="0" presId="urn:microsoft.com/office/officeart/2016/7/layout/BasicLinearProcessNumbered"/>
    <dgm:cxn modelId="{76F0776D-F5A1-4BCF-815B-B48BD12D6980}" type="presParOf" srcId="{D30B4D26-C8A2-405E-9964-8CCEC462517D}" destId="{C315E718-D341-4578-A941-CCCB9B40B109}" srcOrd="1" destOrd="0" presId="urn:microsoft.com/office/officeart/2016/7/layout/BasicLinearProcessNumbered"/>
    <dgm:cxn modelId="{CF96F1CE-1EC5-4589-9E78-87319F934379}" type="presParOf" srcId="{D30B4D26-C8A2-405E-9964-8CCEC462517D}" destId="{E3FCE832-6524-4435-A9F0-78EA4BBE539A}" srcOrd="2" destOrd="0" presId="urn:microsoft.com/office/officeart/2016/7/layout/BasicLinearProcessNumbered"/>
    <dgm:cxn modelId="{BEC9C997-C97A-4FC9-836B-D1F9B23A3931}" type="presParOf" srcId="{E3FCE832-6524-4435-A9F0-78EA4BBE539A}" destId="{13DC8C2F-7FEC-4E97-B90F-53CF91F130C9}" srcOrd="0" destOrd="0" presId="urn:microsoft.com/office/officeart/2016/7/layout/BasicLinearProcessNumbered"/>
    <dgm:cxn modelId="{847A0B73-9C77-457A-B543-CCCDA57E226B}" type="presParOf" srcId="{E3FCE832-6524-4435-A9F0-78EA4BBE539A}" destId="{3F6A81AB-0DC1-400F-B738-C65B29E95049}" srcOrd="1" destOrd="0" presId="urn:microsoft.com/office/officeart/2016/7/layout/BasicLinearProcessNumbered"/>
    <dgm:cxn modelId="{239D2137-166F-490D-877B-DC2AE22EFF54}" type="presParOf" srcId="{E3FCE832-6524-4435-A9F0-78EA4BBE539A}" destId="{0DFD9F5E-47FD-4BED-B2C8-0E7A4F2BAB26}" srcOrd="2" destOrd="0" presId="urn:microsoft.com/office/officeart/2016/7/layout/BasicLinearProcessNumbered"/>
    <dgm:cxn modelId="{643B9603-7F11-49A0-8510-71DA4DB4AFAB}" type="presParOf" srcId="{E3FCE832-6524-4435-A9F0-78EA4BBE539A}" destId="{C5679B8E-4D3E-4349-A326-8E131627FF21}" srcOrd="3" destOrd="0" presId="urn:microsoft.com/office/officeart/2016/7/layout/BasicLinearProcessNumbered"/>
    <dgm:cxn modelId="{9EE73111-BC4E-4055-8323-AB85AE68367D}" type="presParOf" srcId="{D30B4D26-C8A2-405E-9964-8CCEC462517D}" destId="{3AE06A11-8D4D-4572-9B8B-1ED1909B5B5C}" srcOrd="3" destOrd="0" presId="urn:microsoft.com/office/officeart/2016/7/layout/BasicLinearProcessNumbered"/>
    <dgm:cxn modelId="{60E75A2E-135D-445C-B14C-57C3A59D8D86}" type="presParOf" srcId="{D30B4D26-C8A2-405E-9964-8CCEC462517D}" destId="{F0420209-266B-4668-A65D-0443988891B6}" srcOrd="4" destOrd="0" presId="urn:microsoft.com/office/officeart/2016/7/layout/BasicLinearProcessNumbered"/>
    <dgm:cxn modelId="{FAAB677D-F981-4592-B5EC-A3545F1AF1AC}" type="presParOf" srcId="{F0420209-266B-4668-A65D-0443988891B6}" destId="{1AF8B04E-1C87-4CF0-BAC1-C5F315AB9BCC}" srcOrd="0" destOrd="0" presId="urn:microsoft.com/office/officeart/2016/7/layout/BasicLinearProcessNumbered"/>
    <dgm:cxn modelId="{88BB2D66-BCB4-48E5-B296-B3E244663424}" type="presParOf" srcId="{F0420209-266B-4668-A65D-0443988891B6}" destId="{06FD46D9-44C2-404F-AC77-CE33346D85BA}" srcOrd="1" destOrd="0" presId="urn:microsoft.com/office/officeart/2016/7/layout/BasicLinearProcessNumbered"/>
    <dgm:cxn modelId="{FB80667F-B497-4CEE-8523-DA96CFC3B369}" type="presParOf" srcId="{F0420209-266B-4668-A65D-0443988891B6}" destId="{477950B2-5ADC-49B4-9A02-F1B769D56858}" srcOrd="2" destOrd="0" presId="urn:microsoft.com/office/officeart/2016/7/layout/BasicLinearProcessNumbered"/>
    <dgm:cxn modelId="{D3AB0E53-F629-47C0-9619-A284CA46A20E}" type="presParOf" srcId="{F0420209-266B-4668-A65D-0443988891B6}" destId="{A0FB5C94-9474-41B1-89BD-042EBF7DE3EA}" srcOrd="3" destOrd="0" presId="urn:microsoft.com/office/officeart/2016/7/layout/BasicLinearProcessNumbered"/>
    <dgm:cxn modelId="{69CA9614-CFF4-4A58-B062-DE7694D60774}" type="presParOf" srcId="{D30B4D26-C8A2-405E-9964-8CCEC462517D}" destId="{96810B5E-F997-4226-A7EC-EDA280D889EE}" srcOrd="5" destOrd="0" presId="urn:microsoft.com/office/officeart/2016/7/layout/BasicLinearProcessNumbered"/>
    <dgm:cxn modelId="{CF4EA0F5-8291-4951-8F3F-C4030504B5D5}" type="presParOf" srcId="{D30B4D26-C8A2-405E-9964-8CCEC462517D}" destId="{5EF4A760-13E6-44F1-B167-DB4CFD6707A3}" srcOrd="6" destOrd="0" presId="urn:microsoft.com/office/officeart/2016/7/layout/BasicLinearProcessNumbered"/>
    <dgm:cxn modelId="{16919E51-1A25-4897-91A3-11F1B8251AF8}" type="presParOf" srcId="{5EF4A760-13E6-44F1-B167-DB4CFD6707A3}" destId="{3A4C6F8D-1E89-4CD0-A207-3E8D93580328}" srcOrd="0" destOrd="0" presId="urn:microsoft.com/office/officeart/2016/7/layout/BasicLinearProcessNumbered"/>
    <dgm:cxn modelId="{82574900-2BDD-4305-9D7F-8581D86B9B48}" type="presParOf" srcId="{5EF4A760-13E6-44F1-B167-DB4CFD6707A3}" destId="{9872C118-8244-46DD-9498-56799A5B164E}" srcOrd="1" destOrd="0" presId="urn:microsoft.com/office/officeart/2016/7/layout/BasicLinearProcessNumbered"/>
    <dgm:cxn modelId="{0B101686-E920-4555-BDDF-C867BD4576E9}" type="presParOf" srcId="{5EF4A760-13E6-44F1-B167-DB4CFD6707A3}" destId="{1E13959D-EEC8-44CE-BE41-800DC70EC995}" srcOrd="2" destOrd="0" presId="urn:microsoft.com/office/officeart/2016/7/layout/BasicLinearProcessNumbered"/>
    <dgm:cxn modelId="{E0391A95-E021-4694-ABE0-95A60C957E5E}" type="presParOf" srcId="{5EF4A760-13E6-44F1-B167-DB4CFD6707A3}" destId="{47C0DF7D-9FFD-426B-BC2E-BB2A7AA26926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C2A47FE-1733-4889-B4BF-E0EB75F5FC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A2A649-0A56-4908-B16B-6A95E5624272}">
      <dgm:prSet/>
      <dgm:spPr/>
      <dgm:t>
        <a:bodyPr/>
        <a:lstStyle/>
        <a:p>
          <a:r>
            <a:rPr lang="en-US"/>
            <a:t>Fewer manual errors</a:t>
          </a:r>
        </a:p>
      </dgm:t>
    </dgm:pt>
    <dgm:pt modelId="{C7AB7AD3-EAB0-4D6E-979D-4A21BD1B407B}" type="parTrans" cxnId="{154F0195-A698-48D0-8D46-FF37BAD8D5A6}">
      <dgm:prSet/>
      <dgm:spPr/>
      <dgm:t>
        <a:bodyPr/>
        <a:lstStyle/>
        <a:p>
          <a:endParaRPr lang="en-US"/>
        </a:p>
      </dgm:t>
    </dgm:pt>
    <dgm:pt modelId="{FC1E8216-2C53-432A-B920-0BB23C936779}" type="sibTrans" cxnId="{154F0195-A698-48D0-8D46-FF37BAD8D5A6}">
      <dgm:prSet/>
      <dgm:spPr/>
      <dgm:t>
        <a:bodyPr/>
        <a:lstStyle/>
        <a:p>
          <a:endParaRPr lang="en-US"/>
        </a:p>
      </dgm:t>
    </dgm:pt>
    <dgm:pt modelId="{DF0BD9A2-B39F-4C78-9C0E-480AFF26EFCC}">
      <dgm:prSet/>
      <dgm:spPr/>
      <dgm:t>
        <a:bodyPr/>
        <a:lstStyle/>
        <a:p>
          <a:r>
            <a:rPr lang="en-US"/>
            <a:t>Easily repeatable each year</a:t>
          </a:r>
        </a:p>
      </dgm:t>
    </dgm:pt>
    <dgm:pt modelId="{FF3E8185-00D8-45A4-B0AF-D85E0D881D7D}" type="parTrans" cxnId="{C726AAC4-893A-4772-8782-AD075076CAA4}">
      <dgm:prSet/>
      <dgm:spPr/>
      <dgm:t>
        <a:bodyPr/>
        <a:lstStyle/>
        <a:p>
          <a:endParaRPr lang="en-US"/>
        </a:p>
      </dgm:t>
    </dgm:pt>
    <dgm:pt modelId="{C82635D3-913D-4BF2-98E6-5C2CFDE0167F}" type="sibTrans" cxnId="{C726AAC4-893A-4772-8782-AD075076CAA4}">
      <dgm:prSet/>
      <dgm:spPr/>
      <dgm:t>
        <a:bodyPr/>
        <a:lstStyle/>
        <a:p>
          <a:endParaRPr lang="en-US"/>
        </a:p>
      </dgm:t>
    </dgm:pt>
    <dgm:pt modelId="{A811CF80-9719-47C5-90CF-F2C8DD4AD41E}">
      <dgm:prSet/>
      <dgm:spPr/>
      <dgm:t>
        <a:bodyPr/>
        <a:lstStyle/>
        <a:p>
          <a:r>
            <a:rPr lang="en-US"/>
            <a:t>Easier to troubleshoot and document</a:t>
          </a:r>
        </a:p>
      </dgm:t>
    </dgm:pt>
    <dgm:pt modelId="{C31796E9-F4F1-4B6A-B7C1-1C6DDAA1F049}" type="parTrans" cxnId="{188AA33B-C7EF-448E-AAEA-6D40BD8F29FF}">
      <dgm:prSet/>
      <dgm:spPr/>
      <dgm:t>
        <a:bodyPr/>
        <a:lstStyle/>
        <a:p>
          <a:endParaRPr lang="en-US"/>
        </a:p>
      </dgm:t>
    </dgm:pt>
    <dgm:pt modelId="{85661456-645B-4DB2-BACD-3F28D7F6AD0F}" type="sibTrans" cxnId="{188AA33B-C7EF-448E-AAEA-6D40BD8F29FF}">
      <dgm:prSet/>
      <dgm:spPr/>
      <dgm:t>
        <a:bodyPr/>
        <a:lstStyle/>
        <a:p>
          <a:endParaRPr lang="en-US"/>
        </a:p>
      </dgm:t>
    </dgm:pt>
    <dgm:pt modelId="{C6B3FD2C-E219-47B5-8C91-4CA4ECC94EA6}">
      <dgm:prSet/>
      <dgm:spPr/>
      <dgm:t>
        <a:bodyPr/>
        <a:lstStyle/>
        <a:p>
          <a:r>
            <a:rPr lang="en-US"/>
            <a:t>Higher confidence in IPEDS data submission</a:t>
          </a:r>
        </a:p>
      </dgm:t>
    </dgm:pt>
    <dgm:pt modelId="{F89D3440-D84D-4516-99A0-B01B664820AE}" type="parTrans" cxnId="{69D96086-B9BC-4078-8382-79260BED4CD7}">
      <dgm:prSet/>
      <dgm:spPr/>
      <dgm:t>
        <a:bodyPr/>
        <a:lstStyle/>
        <a:p>
          <a:endParaRPr lang="en-US"/>
        </a:p>
      </dgm:t>
    </dgm:pt>
    <dgm:pt modelId="{AFBB3A12-210D-48BA-8DCA-50B1F25A1583}" type="sibTrans" cxnId="{69D96086-B9BC-4078-8382-79260BED4CD7}">
      <dgm:prSet/>
      <dgm:spPr/>
      <dgm:t>
        <a:bodyPr/>
        <a:lstStyle/>
        <a:p>
          <a:endParaRPr lang="en-US"/>
        </a:p>
      </dgm:t>
    </dgm:pt>
    <dgm:pt modelId="{1701853B-9400-4949-AD19-9B91763F9B0A}" type="pres">
      <dgm:prSet presAssocID="{9C2A47FE-1733-4889-B4BF-E0EB75F5FC49}" presName="linear" presStyleCnt="0">
        <dgm:presLayoutVars>
          <dgm:animLvl val="lvl"/>
          <dgm:resizeHandles val="exact"/>
        </dgm:presLayoutVars>
      </dgm:prSet>
      <dgm:spPr/>
    </dgm:pt>
    <dgm:pt modelId="{EF62ED3A-5FDC-4C79-9E3B-5E9567C3BC71}" type="pres">
      <dgm:prSet presAssocID="{6EA2A649-0A56-4908-B16B-6A95E562427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FCEBBCE-65BF-4BFB-859C-D1CD1A43E3FB}" type="pres">
      <dgm:prSet presAssocID="{FC1E8216-2C53-432A-B920-0BB23C936779}" presName="spacer" presStyleCnt="0"/>
      <dgm:spPr/>
    </dgm:pt>
    <dgm:pt modelId="{3E9F03EA-8EF2-4801-A545-A84DB0C9B54C}" type="pres">
      <dgm:prSet presAssocID="{DF0BD9A2-B39F-4C78-9C0E-480AFF26EFC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4CADE2D-F1F2-49CB-B736-83BABBAABA64}" type="pres">
      <dgm:prSet presAssocID="{C82635D3-913D-4BF2-98E6-5C2CFDE0167F}" presName="spacer" presStyleCnt="0"/>
      <dgm:spPr/>
    </dgm:pt>
    <dgm:pt modelId="{7C23899F-FBD0-4B63-84CB-AB3E4D998957}" type="pres">
      <dgm:prSet presAssocID="{A811CF80-9719-47C5-90CF-F2C8DD4AD41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F0BCA15-BC21-4DA4-84C4-47730BC04122}" type="pres">
      <dgm:prSet presAssocID="{85661456-645B-4DB2-BACD-3F28D7F6AD0F}" presName="spacer" presStyleCnt="0"/>
      <dgm:spPr/>
    </dgm:pt>
    <dgm:pt modelId="{4E7CCD77-680A-4000-8706-0F30DE5FC120}" type="pres">
      <dgm:prSet presAssocID="{C6B3FD2C-E219-47B5-8C91-4CA4ECC94EA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7AAC621-A14D-41EB-8D55-67B161CF7C2C}" type="presOf" srcId="{A811CF80-9719-47C5-90CF-F2C8DD4AD41E}" destId="{7C23899F-FBD0-4B63-84CB-AB3E4D998957}" srcOrd="0" destOrd="0" presId="urn:microsoft.com/office/officeart/2005/8/layout/vList2"/>
    <dgm:cxn modelId="{188AA33B-C7EF-448E-AAEA-6D40BD8F29FF}" srcId="{9C2A47FE-1733-4889-B4BF-E0EB75F5FC49}" destId="{A811CF80-9719-47C5-90CF-F2C8DD4AD41E}" srcOrd="2" destOrd="0" parTransId="{C31796E9-F4F1-4B6A-B7C1-1C6DDAA1F049}" sibTransId="{85661456-645B-4DB2-BACD-3F28D7F6AD0F}"/>
    <dgm:cxn modelId="{7969B35E-1E81-4A20-9F84-71C39B068174}" type="presOf" srcId="{C6B3FD2C-E219-47B5-8C91-4CA4ECC94EA6}" destId="{4E7CCD77-680A-4000-8706-0F30DE5FC120}" srcOrd="0" destOrd="0" presId="urn:microsoft.com/office/officeart/2005/8/layout/vList2"/>
    <dgm:cxn modelId="{03201141-6D4B-4B72-9D22-6FF1FF94A732}" type="presOf" srcId="{9C2A47FE-1733-4889-B4BF-E0EB75F5FC49}" destId="{1701853B-9400-4949-AD19-9B91763F9B0A}" srcOrd="0" destOrd="0" presId="urn:microsoft.com/office/officeart/2005/8/layout/vList2"/>
    <dgm:cxn modelId="{69D96086-B9BC-4078-8382-79260BED4CD7}" srcId="{9C2A47FE-1733-4889-B4BF-E0EB75F5FC49}" destId="{C6B3FD2C-E219-47B5-8C91-4CA4ECC94EA6}" srcOrd="3" destOrd="0" parTransId="{F89D3440-D84D-4516-99A0-B01B664820AE}" sibTransId="{AFBB3A12-210D-48BA-8DCA-50B1F25A1583}"/>
    <dgm:cxn modelId="{154F0195-A698-48D0-8D46-FF37BAD8D5A6}" srcId="{9C2A47FE-1733-4889-B4BF-E0EB75F5FC49}" destId="{6EA2A649-0A56-4908-B16B-6A95E5624272}" srcOrd="0" destOrd="0" parTransId="{C7AB7AD3-EAB0-4D6E-979D-4A21BD1B407B}" sibTransId="{FC1E8216-2C53-432A-B920-0BB23C936779}"/>
    <dgm:cxn modelId="{BF8AC7C0-B9F1-4876-AC1D-A125571135BF}" type="presOf" srcId="{6EA2A649-0A56-4908-B16B-6A95E5624272}" destId="{EF62ED3A-5FDC-4C79-9E3B-5E9567C3BC71}" srcOrd="0" destOrd="0" presId="urn:microsoft.com/office/officeart/2005/8/layout/vList2"/>
    <dgm:cxn modelId="{C726AAC4-893A-4772-8782-AD075076CAA4}" srcId="{9C2A47FE-1733-4889-B4BF-E0EB75F5FC49}" destId="{DF0BD9A2-B39F-4C78-9C0E-480AFF26EFCC}" srcOrd="1" destOrd="0" parTransId="{FF3E8185-00D8-45A4-B0AF-D85E0D881D7D}" sibTransId="{C82635D3-913D-4BF2-98E6-5C2CFDE0167F}"/>
    <dgm:cxn modelId="{880A04E0-DE72-4B9C-B74D-5077CD8C42A2}" type="presOf" srcId="{DF0BD9A2-B39F-4C78-9C0E-480AFF26EFCC}" destId="{3E9F03EA-8EF2-4801-A545-A84DB0C9B54C}" srcOrd="0" destOrd="0" presId="urn:microsoft.com/office/officeart/2005/8/layout/vList2"/>
    <dgm:cxn modelId="{E2658F6B-7D8B-4CD6-9A0E-0262AABC08FC}" type="presParOf" srcId="{1701853B-9400-4949-AD19-9B91763F9B0A}" destId="{EF62ED3A-5FDC-4C79-9E3B-5E9567C3BC71}" srcOrd="0" destOrd="0" presId="urn:microsoft.com/office/officeart/2005/8/layout/vList2"/>
    <dgm:cxn modelId="{F09D8BE6-90A8-4936-8B0D-29BBFFF8DE33}" type="presParOf" srcId="{1701853B-9400-4949-AD19-9B91763F9B0A}" destId="{BFCEBBCE-65BF-4BFB-859C-D1CD1A43E3FB}" srcOrd="1" destOrd="0" presId="urn:microsoft.com/office/officeart/2005/8/layout/vList2"/>
    <dgm:cxn modelId="{E9BBEBD3-3191-4631-9090-1728087F16A9}" type="presParOf" srcId="{1701853B-9400-4949-AD19-9B91763F9B0A}" destId="{3E9F03EA-8EF2-4801-A545-A84DB0C9B54C}" srcOrd="2" destOrd="0" presId="urn:microsoft.com/office/officeart/2005/8/layout/vList2"/>
    <dgm:cxn modelId="{434703F9-6D20-4E48-A596-25B7D9BE72C5}" type="presParOf" srcId="{1701853B-9400-4949-AD19-9B91763F9B0A}" destId="{14CADE2D-F1F2-49CB-B736-83BABBAABA64}" srcOrd="3" destOrd="0" presId="urn:microsoft.com/office/officeart/2005/8/layout/vList2"/>
    <dgm:cxn modelId="{EBB771D0-CC6D-4C32-B391-7B18983851B5}" type="presParOf" srcId="{1701853B-9400-4949-AD19-9B91763F9B0A}" destId="{7C23899F-FBD0-4B63-84CB-AB3E4D998957}" srcOrd="4" destOrd="0" presId="urn:microsoft.com/office/officeart/2005/8/layout/vList2"/>
    <dgm:cxn modelId="{8EA30574-A3C0-4629-835A-AC6E7CE21EFB}" type="presParOf" srcId="{1701853B-9400-4949-AD19-9B91763F9B0A}" destId="{1F0BCA15-BC21-4DA4-84C4-47730BC04122}" srcOrd="5" destOrd="0" presId="urn:microsoft.com/office/officeart/2005/8/layout/vList2"/>
    <dgm:cxn modelId="{88619BA2-AA14-46E6-BF7D-F06816DF2165}" type="presParOf" srcId="{1701853B-9400-4949-AD19-9B91763F9B0A}" destId="{4E7CCD77-680A-4000-8706-0F30DE5FC1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5311E08-A816-468C-BD2A-5DBB27B8A47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5AEAF8F-7340-4FD8-81AC-B56B1E30E717}">
      <dgm:prSet/>
      <dgm:spPr/>
      <dgm:t>
        <a:bodyPr/>
        <a:lstStyle/>
        <a:p>
          <a:r>
            <a:rPr lang="en-US"/>
            <a:t>Install required tools (R, RStudio, Quarto)</a:t>
          </a:r>
        </a:p>
      </dgm:t>
    </dgm:pt>
    <dgm:pt modelId="{42F9DB1D-2C52-4AFE-B2DE-E63A8887C4C4}" type="parTrans" cxnId="{D4E9FADE-F906-4E92-A7CF-4265C516E2DC}">
      <dgm:prSet/>
      <dgm:spPr/>
      <dgm:t>
        <a:bodyPr/>
        <a:lstStyle/>
        <a:p>
          <a:endParaRPr lang="en-US"/>
        </a:p>
      </dgm:t>
    </dgm:pt>
    <dgm:pt modelId="{3BFB6C47-7BB6-4E68-BD28-F3A1722E68B9}" type="sibTrans" cxnId="{D4E9FADE-F906-4E92-A7CF-4265C516E2DC}">
      <dgm:prSet/>
      <dgm:spPr/>
      <dgm:t>
        <a:bodyPr/>
        <a:lstStyle/>
        <a:p>
          <a:endParaRPr lang="en-US"/>
        </a:p>
      </dgm:t>
    </dgm:pt>
    <dgm:pt modelId="{EECB1188-8507-472A-A69F-7837741025E3}">
      <dgm:prSet/>
      <dgm:spPr/>
      <dgm:t>
        <a:bodyPr/>
        <a:lstStyle/>
        <a:p>
          <a:r>
            <a:rPr lang="en-US"/>
            <a:t>Clone or download the Quarto project</a:t>
          </a:r>
        </a:p>
      </dgm:t>
    </dgm:pt>
    <dgm:pt modelId="{D4FBAB84-E854-42DC-910B-2EEE64E9ED99}" type="parTrans" cxnId="{BBE2865C-3FDC-4ECF-8831-4B38F5BB0BAE}">
      <dgm:prSet/>
      <dgm:spPr/>
      <dgm:t>
        <a:bodyPr/>
        <a:lstStyle/>
        <a:p>
          <a:endParaRPr lang="en-US"/>
        </a:p>
      </dgm:t>
    </dgm:pt>
    <dgm:pt modelId="{0BDFABD1-B475-441F-A0F9-B6326C81967B}" type="sibTrans" cxnId="{BBE2865C-3FDC-4ECF-8831-4B38F5BB0BAE}">
      <dgm:prSet/>
      <dgm:spPr/>
      <dgm:t>
        <a:bodyPr/>
        <a:lstStyle/>
        <a:p>
          <a:endParaRPr lang="en-US"/>
        </a:p>
      </dgm:t>
    </dgm:pt>
    <dgm:pt modelId="{C9BDF1B1-71A4-4CCE-B9E0-E8F2BA9F3A5C}">
      <dgm:prSet/>
      <dgm:spPr/>
      <dgm:t>
        <a:bodyPr/>
        <a:lstStyle/>
        <a:p>
          <a:r>
            <a:rPr lang="en-US"/>
            <a:t>Run each component step-by-step</a:t>
          </a:r>
        </a:p>
      </dgm:t>
    </dgm:pt>
    <dgm:pt modelId="{3DE86C1D-8D0B-47C4-9F29-B5E67D400E0F}" type="parTrans" cxnId="{F3D6C2B7-4314-477A-97B2-1E2A87A8AE43}">
      <dgm:prSet/>
      <dgm:spPr/>
      <dgm:t>
        <a:bodyPr/>
        <a:lstStyle/>
        <a:p>
          <a:endParaRPr lang="en-US"/>
        </a:p>
      </dgm:t>
    </dgm:pt>
    <dgm:pt modelId="{30329F15-8DEE-4FCD-9F8E-C8FF9BABDD6F}" type="sibTrans" cxnId="{F3D6C2B7-4314-477A-97B2-1E2A87A8AE43}">
      <dgm:prSet/>
      <dgm:spPr/>
      <dgm:t>
        <a:bodyPr/>
        <a:lstStyle/>
        <a:p>
          <a:endParaRPr lang="en-US"/>
        </a:p>
      </dgm:t>
    </dgm:pt>
    <dgm:pt modelId="{140EE013-F95C-40A6-B62C-226E18F8EF0A}">
      <dgm:prSet/>
      <dgm:spPr/>
      <dgm:t>
        <a:bodyPr/>
        <a:lstStyle/>
        <a:p>
          <a:r>
            <a:rPr lang="en-US"/>
            <a:t>Adapt to your institution’s environment</a:t>
          </a:r>
        </a:p>
      </dgm:t>
    </dgm:pt>
    <dgm:pt modelId="{6DF90EAA-1F6F-401E-9EF4-E8B10893EC6E}" type="parTrans" cxnId="{21942D9A-8FA0-4EF8-AC7E-9527540B15E2}">
      <dgm:prSet/>
      <dgm:spPr/>
      <dgm:t>
        <a:bodyPr/>
        <a:lstStyle/>
        <a:p>
          <a:endParaRPr lang="en-US"/>
        </a:p>
      </dgm:t>
    </dgm:pt>
    <dgm:pt modelId="{AAE96604-303A-42E2-9203-E907A6FF50F2}" type="sibTrans" cxnId="{21942D9A-8FA0-4EF8-AC7E-9527540B15E2}">
      <dgm:prSet/>
      <dgm:spPr/>
      <dgm:t>
        <a:bodyPr/>
        <a:lstStyle/>
        <a:p>
          <a:endParaRPr lang="en-US"/>
        </a:p>
      </dgm:t>
    </dgm:pt>
    <dgm:pt modelId="{CEC2D7E9-6808-41FC-9A25-E580F2C678FD}">
      <dgm:prSet/>
      <dgm:spPr/>
      <dgm:t>
        <a:bodyPr/>
        <a:lstStyle/>
        <a:p>
          <a:r>
            <a:rPr lang="en-US"/>
            <a:t>Ask questions, get support from R community</a:t>
          </a:r>
        </a:p>
      </dgm:t>
    </dgm:pt>
    <dgm:pt modelId="{E831F1E1-8352-46DF-AB96-81C95398CAD3}" type="parTrans" cxnId="{E4C73D23-4C02-4A3E-A5D5-29AE9FD1F220}">
      <dgm:prSet/>
      <dgm:spPr/>
      <dgm:t>
        <a:bodyPr/>
        <a:lstStyle/>
        <a:p>
          <a:endParaRPr lang="en-US"/>
        </a:p>
      </dgm:t>
    </dgm:pt>
    <dgm:pt modelId="{584F2C4E-7792-4990-8EA2-74647A03866B}" type="sibTrans" cxnId="{E4C73D23-4C02-4A3E-A5D5-29AE9FD1F220}">
      <dgm:prSet/>
      <dgm:spPr/>
      <dgm:t>
        <a:bodyPr/>
        <a:lstStyle/>
        <a:p>
          <a:endParaRPr lang="en-US"/>
        </a:p>
      </dgm:t>
    </dgm:pt>
    <dgm:pt modelId="{679FCB29-5B4F-4A00-8AEF-51090C5F108B}" type="pres">
      <dgm:prSet presAssocID="{95311E08-A816-468C-BD2A-5DBB27B8A47C}" presName="root" presStyleCnt="0">
        <dgm:presLayoutVars>
          <dgm:dir/>
          <dgm:resizeHandles val="exact"/>
        </dgm:presLayoutVars>
      </dgm:prSet>
      <dgm:spPr/>
    </dgm:pt>
    <dgm:pt modelId="{00D4B03E-F919-447B-BA5A-FE810394A53E}" type="pres">
      <dgm:prSet presAssocID="{C5AEAF8F-7340-4FD8-81AC-B56B1E30E717}" presName="compNode" presStyleCnt="0"/>
      <dgm:spPr/>
    </dgm:pt>
    <dgm:pt modelId="{4AE9A74C-8A88-43EF-B5E3-0B1C82B7CB28}" type="pres">
      <dgm:prSet presAssocID="{C5AEAF8F-7340-4FD8-81AC-B56B1E30E717}" presName="bgRect" presStyleLbl="bgShp" presStyleIdx="0" presStyleCnt="5"/>
      <dgm:spPr/>
    </dgm:pt>
    <dgm:pt modelId="{55B16681-B1FB-42DD-A9B4-74D5BDEF6888}" type="pres">
      <dgm:prSet presAssocID="{C5AEAF8F-7340-4FD8-81AC-B56B1E30E71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ED3930C1-0C08-472B-AA02-0E43E65719D4}" type="pres">
      <dgm:prSet presAssocID="{C5AEAF8F-7340-4FD8-81AC-B56B1E30E717}" presName="spaceRect" presStyleCnt="0"/>
      <dgm:spPr/>
    </dgm:pt>
    <dgm:pt modelId="{1D2E78AA-169D-41FC-8C4D-9B009DF23A49}" type="pres">
      <dgm:prSet presAssocID="{C5AEAF8F-7340-4FD8-81AC-B56B1E30E717}" presName="parTx" presStyleLbl="revTx" presStyleIdx="0" presStyleCnt="5">
        <dgm:presLayoutVars>
          <dgm:chMax val="0"/>
          <dgm:chPref val="0"/>
        </dgm:presLayoutVars>
      </dgm:prSet>
      <dgm:spPr/>
    </dgm:pt>
    <dgm:pt modelId="{FEF87FC5-B7CD-41F6-9575-744C8091156F}" type="pres">
      <dgm:prSet presAssocID="{3BFB6C47-7BB6-4E68-BD28-F3A1722E68B9}" presName="sibTrans" presStyleCnt="0"/>
      <dgm:spPr/>
    </dgm:pt>
    <dgm:pt modelId="{B1D01E9A-E138-4019-BE11-FF3615E6286F}" type="pres">
      <dgm:prSet presAssocID="{EECB1188-8507-472A-A69F-7837741025E3}" presName="compNode" presStyleCnt="0"/>
      <dgm:spPr/>
    </dgm:pt>
    <dgm:pt modelId="{F2A7150F-1CF0-4F57-A5E9-15CED0BB8CAD}" type="pres">
      <dgm:prSet presAssocID="{EECB1188-8507-472A-A69F-7837741025E3}" presName="bgRect" presStyleLbl="bgShp" presStyleIdx="1" presStyleCnt="5"/>
      <dgm:spPr/>
    </dgm:pt>
    <dgm:pt modelId="{131C756B-45AA-4043-8A2B-6F90578B3C87}" type="pres">
      <dgm:prSet presAssocID="{EECB1188-8507-472A-A69F-7837741025E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9E7C7101-E6C3-425D-9C9D-063963350562}" type="pres">
      <dgm:prSet presAssocID="{EECB1188-8507-472A-A69F-7837741025E3}" presName="spaceRect" presStyleCnt="0"/>
      <dgm:spPr/>
    </dgm:pt>
    <dgm:pt modelId="{23305D33-03FD-4502-85C5-5AFE13387435}" type="pres">
      <dgm:prSet presAssocID="{EECB1188-8507-472A-A69F-7837741025E3}" presName="parTx" presStyleLbl="revTx" presStyleIdx="1" presStyleCnt="5">
        <dgm:presLayoutVars>
          <dgm:chMax val="0"/>
          <dgm:chPref val="0"/>
        </dgm:presLayoutVars>
      </dgm:prSet>
      <dgm:spPr/>
    </dgm:pt>
    <dgm:pt modelId="{6B336F86-A57D-42E8-9DC7-7FAC3F0D2A72}" type="pres">
      <dgm:prSet presAssocID="{0BDFABD1-B475-441F-A0F9-B6326C81967B}" presName="sibTrans" presStyleCnt="0"/>
      <dgm:spPr/>
    </dgm:pt>
    <dgm:pt modelId="{487AE1D3-4408-4DC8-BE9E-C169A4438533}" type="pres">
      <dgm:prSet presAssocID="{C9BDF1B1-71A4-4CCE-B9E0-E8F2BA9F3A5C}" presName="compNode" presStyleCnt="0"/>
      <dgm:spPr/>
    </dgm:pt>
    <dgm:pt modelId="{B3CB15DD-4421-4DB9-B207-16B7173AD97C}" type="pres">
      <dgm:prSet presAssocID="{C9BDF1B1-71A4-4CCE-B9E0-E8F2BA9F3A5C}" presName="bgRect" presStyleLbl="bgShp" presStyleIdx="2" presStyleCnt="5"/>
      <dgm:spPr/>
    </dgm:pt>
    <dgm:pt modelId="{43446CB7-6A8B-4288-A204-945D845DA3F8}" type="pres">
      <dgm:prSet presAssocID="{C9BDF1B1-71A4-4CCE-B9E0-E8F2BA9F3A5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7598E505-BA6F-4820-A061-FF4B2222C500}" type="pres">
      <dgm:prSet presAssocID="{C9BDF1B1-71A4-4CCE-B9E0-E8F2BA9F3A5C}" presName="spaceRect" presStyleCnt="0"/>
      <dgm:spPr/>
    </dgm:pt>
    <dgm:pt modelId="{0A4830D1-AED8-447E-BFA4-D9AF062B2D06}" type="pres">
      <dgm:prSet presAssocID="{C9BDF1B1-71A4-4CCE-B9E0-E8F2BA9F3A5C}" presName="parTx" presStyleLbl="revTx" presStyleIdx="2" presStyleCnt="5">
        <dgm:presLayoutVars>
          <dgm:chMax val="0"/>
          <dgm:chPref val="0"/>
        </dgm:presLayoutVars>
      </dgm:prSet>
      <dgm:spPr/>
    </dgm:pt>
    <dgm:pt modelId="{D6A2B699-5BAA-4B5D-9D9A-2C8F0883A24D}" type="pres">
      <dgm:prSet presAssocID="{30329F15-8DEE-4FCD-9F8E-C8FF9BABDD6F}" presName="sibTrans" presStyleCnt="0"/>
      <dgm:spPr/>
    </dgm:pt>
    <dgm:pt modelId="{4100FBBD-56DD-4E3B-8F4E-68337E40E2AB}" type="pres">
      <dgm:prSet presAssocID="{140EE013-F95C-40A6-B62C-226E18F8EF0A}" presName="compNode" presStyleCnt="0"/>
      <dgm:spPr/>
    </dgm:pt>
    <dgm:pt modelId="{495AC195-B529-4623-ADC8-B66B5A554EBC}" type="pres">
      <dgm:prSet presAssocID="{140EE013-F95C-40A6-B62C-226E18F8EF0A}" presName="bgRect" presStyleLbl="bgShp" presStyleIdx="3" presStyleCnt="5"/>
      <dgm:spPr/>
    </dgm:pt>
    <dgm:pt modelId="{33299262-6B2B-439B-9300-3C3997DBDF45}" type="pres">
      <dgm:prSet presAssocID="{140EE013-F95C-40A6-B62C-226E18F8EF0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91CAE93B-472A-45CD-B126-F739A13DB67F}" type="pres">
      <dgm:prSet presAssocID="{140EE013-F95C-40A6-B62C-226E18F8EF0A}" presName="spaceRect" presStyleCnt="0"/>
      <dgm:spPr/>
    </dgm:pt>
    <dgm:pt modelId="{023A5620-2271-4D46-A03A-7F4D6C8C817C}" type="pres">
      <dgm:prSet presAssocID="{140EE013-F95C-40A6-B62C-226E18F8EF0A}" presName="parTx" presStyleLbl="revTx" presStyleIdx="3" presStyleCnt="5">
        <dgm:presLayoutVars>
          <dgm:chMax val="0"/>
          <dgm:chPref val="0"/>
        </dgm:presLayoutVars>
      </dgm:prSet>
      <dgm:spPr/>
    </dgm:pt>
    <dgm:pt modelId="{15A210F7-BB90-48B2-924B-91BE833D30E2}" type="pres">
      <dgm:prSet presAssocID="{AAE96604-303A-42E2-9203-E907A6FF50F2}" presName="sibTrans" presStyleCnt="0"/>
      <dgm:spPr/>
    </dgm:pt>
    <dgm:pt modelId="{2CCE578D-996B-4DAC-B267-713978847B8C}" type="pres">
      <dgm:prSet presAssocID="{CEC2D7E9-6808-41FC-9A25-E580F2C678FD}" presName="compNode" presStyleCnt="0"/>
      <dgm:spPr/>
    </dgm:pt>
    <dgm:pt modelId="{53B872FD-EA84-4DAB-9ACE-8B68BE61BF56}" type="pres">
      <dgm:prSet presAssocID="{CEC2D7E9-6808-41FC-9A25-E580F2C678FD}" presName="bgRect" presStyleLbl="bgShp" presStyleIdx="4" presStyleCnt="5"/>
      <dgm:spPr/>
    </dgm:pt>
    <dgm:pt modelId="{E4EBF83C-C434-4607-AA46-107990EC3FDF}" type="pres">
      <dgm:prSet presAssocID="{CEC2D7E9-6808-41FC-9A25-E580F2C678F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4493448E-6B10-4BAE-BA87-08B1BA71EEC7}" type="pres">
      <dgm:prSet presAssocID="{CEC2D7E9-6808-41FC-9A25-E580F2C678FD}" presName="spaceRect" presStyleCnt="0"/>
      <dgm:spPr/>
    </dgm:pt>
    <dgm:pt modelId="{5A522BB3-8E64-47BC-A7B1-CAABA0BCE8F0}" type="pres">
      <dgm:prSet presAssocID="{CEC2D7E9-6808-41FC-9A25-E580F2C678F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4C73D23-4C02-4A3E-A5D5-29AE9FD1F220}" srcId="{95311E08-A816-468C-BD2A-5DBB27B8A47C}" destId="{CEC2D7E9-6808-41FC-9A25-E580F2C678FD}" srcOrd="4" destOrd="0" parTransId="{E831F1E1-8352-46DF-AB96-81C95398CAD3}" sibTransId="{584F2C4E-7792-4990-8EA2-74647A03866B}"/>
    <dgm:cxn modelId="{C204E638-6DE3-429A-9373-F0802128ED15}" type="presOf" srcId="{140EE013-F95C-40A6-B62C-226E18F8EF0A}" destId="{023A5620-2271-4D46-A03A-7F4D6C8C817C}" srcOrd="0" destOrd="0" presId="urn:microsoft.com/office/officeart/2018/2/layout/IconVerticalSolidList"/>
    <dgm:cxn modelId="{BBE2865C-3FDC-4ECF-8831-4B38F5BB0BAE}" srcId="{95311E08-A816-468C-BD2A-5DBB27B8A47C}" destId="{EECB1188-8507-472A-A69F-7837741025E3}" srcOrd="1" destOrd="0" parTransId="{D4FBAB84-E854-42DC-910B-2EEE64E9ED99}" sibTransId="{0BDFABD1-B475-441F-A0F9-B6326C81967B}"/>
    <dgm:cxn modelId="{29C6B662-C6B6-446E-BD99-28D8D1159E76}" type="presOf" srcId="{EECB1188-8507-472A-A69F-7837741025E3}" destId="{23305D33-03FD-4502-85C5-5AFE13387435}" srcOrd="0" destOrd="0" presId="urn:microsoft.com/office/officeart/2018/2/layout/IconVerticalSolidList"/>
    <dgm:cxn modelId="{E9E85B7B-9DF6-4C27-8975-385BC5E93753}" type="presOf" srcId="{C9BDF1B1-71A4-4CCE-B9E0-E8F2BA9F3A5C}" destId="{0A4830D1-AED8-447E-BFA4-D9AF062B2D06}" srcOrd="0" destOrd="0" presId="urn:microsoft.com/office/officeart/2018/2/layout/IconVerticalSolidList"/>
    <dgm:cxn modelId="{27FA5580-6197-4182-A6AC-60867004B500}" type="presOf" srcId="{95311E08-A816-468C-BD2A-5DBB27B8A47C}" destId="{679FCB29-5B4F-4A00-8AEF-51090C5F108B}" srcOrd="0" destOrd="0" presId="urn:microsoft.com/office/officeart/2018/2/layout/IconVerticalSolidList"/>
    <dgm:cxn modelId="{21942D9A-8FA0-4EF8-AC7E-9527540B15E2}" srcId="{95311E08-A816-468C-BD2A-5DBB27B8A47C}" destId="{140EE013-F95C-40A6-B62C-226E18F8EF0A}" srcOrd="3" destOrd="0" parTransId="{6DF90EAA-1F6F-401E-9EF4-E8B10893EC6E}" sibTransId="{AAE96604-303A-42E2-9203-E907A6FF50F2}"/>
    <dgm:cxn modelId="{F3D6C2B7-4314-477A-97B2-1E2A87A8AE43}" srcId="{95311E08-A816-468C-BD2A-5DBB27B8A47C}" destId="{C9BDF1B1-71A4-4CCE-B9E0-E8F2BA9F3A5C}" srcOrd="2" destOrd="0" parTransId="{3DE86C1D-8D0B-47C4-9F29-B5E67D400E0F}" sibTransId="{30329F15-8DEE-4FCD-9F8E-C8FF9BABDD6F}"/>
    <dgm:cxn modelId="{79FBFBC6-AE06-4323-9B67-CCEEEC07D9D6}" type="presOf" srcId="{CEC2D7E9-6808-41FC-9A25-E580F2C678FD}" destId="{5A522BB3-8E64-47BC-A7B1-CAABA0BCE8F0}" srcOrd="0" destOrd="0" presId="urn:microsoft.com/office/officeart/2018/2/layout/IconVerticalSolidList"/>
    <dgm:cxn modelId="{D4E9FADE-F906-4E92-A7CF-4265C516E2DC}" srcId="{95311E08-A816-468C-BD2A-5DBB27B8A47C}" destId="{C5AEAF8F-7340-4FD8-81AC-B56B1E30E717}" srcOrd="0" destOrd="0" parTransId="{42F9DB1D-2C52-4AFE-B2DE-E63A8887C4C4}" sibTransId="{3BFB6C47-7BB6-4E68-BD28-F3A1722E68B9}"/>
    <dgm:cxn modelId="{3A151EF2-A719-4EB3-9371-AC4872F19606}" type="presOf" srcId="{C5AEAF8F-7340-4FD8-81AC-B56B1E30E717}" destId="{1D2E78AA-169D-41FC-8C4D-9B009DF23A49}" srcOrd="0" destOrd="0" presId="urn:microsoft.com/office/officeart/2018/2/layout/IconVerticalSolidList"/>
    <dgm:cxn modelId="{4EC5C441-B8E0-4957-8E6A-BE03F1125134}" type="presParOf" srcId="{679FCB29-5B4F-4A00-8AEF-51090C5F108B}" destId="{00D4B03E-F919-447B-BA5A-FE810394A53E}" srcOrd="0" destOrd="0" presId="urn:microsoft.com/office/officeart/2018/2/layout/IconVerticalSolidList"/>
    <dgm:cxn modelId="{8DE58CAF-6164-4C5A-A002-31A3D6E85886}" type="presParOf" srcId="{00D4B03E-F919-447B-BA5A-FE810394A53E}" destId="{4AE9A74C-8A88-43EF-B5E3-0B1C82B7CB28}" srcOrd="0" destOrd="0" presId="urn:microsoft.com/office/officeart/2018/2/layout/IconVerticalSolidList"/>
    <dgm:cxn modelId="{B299A2B6-E0C2-4DB1-9EB2-06E2603601A0}" type="presParOf" srcId="{00D4B03E-F919-447B-BA5A-FE810394A53E}" destId="{55B16681-B1FB-42DD-A9B4-74D5BDEF6888}" srcOrd="1" destOrd="0" presId="urn:microsoft.com/office/officeart/2018/2/layout/IconVerticalSolidList"/>
    <dgm:cxn modelId="{6C5A1CC6-6B3E-49D8-921C-6EF2420A6880}" type="presParOf" srcId="{00D4B03E-F919-447B-BA5A-FE810394A53E}" destId="{ED3930C1-0C08-472B-AA02-0E43E65719D4}" srcOrd="2" destOrd="0" presId="urn:microsoft.com/office/officeart/2018/2/layout/IconVerticalSolidList"/>
    <dgm:cxn modelId="{774CB03D-A6DF-4E9E-BD22-CFD8818AB1E5}" type="presParOf" srcId="{00D4B03E-F919-447B-BA5A-FE810394A53E}" destId="{1D2E78AA-169D-41FC-8C4D-9B009DF23A49}" srcOrd="3" destOrd="0" presId="urn:microsoft.com/office/officeart/2018/2/layout/IconVerticalSolidList"/>
    <dgm:cxn modelId="{FAC1356D-D489-4AEC-8646-BBD2F46A34A4}" type="presParOf" srcId="{679FCB29-5B4F-4A00-8AEF-51090C5F108B}" destId="{FEF87FC5-B7CD-41F6-9575-744C8091156F}" srcOrd="1" destOrd="0" presId="urn:microsoft.com/office/officeart/2018/2/layout/IconVerticalSolidList"/>
    <dgm:cxn modelId="{B44EE44E-9713-4260-9D16-201D705706E6}" type="presParOf" srcId="{679FCB29-5B4F-4A00-8AEF-51090C5F108B}" destId="{B1D01E9A-E138-4019-BE11-FF3615E6286F}" srcOrd="2" destOrd="0" presId="urn:microsoft.com/office/officeart/2018/2/layout/IconVerticalSolidList"/>
    <dgm:cxn modelId="{71A60B42-EF03-4BBB-9277-DA628F265983}" type="presParOf" srcId="{B1D01E9A-E138-4019-BE11-FF3615E6286F}" destId="{F2A7150F-1CF0-4F57-A5E9-15CED0BB8CAD}" srcOrd="0" destOrd="0" presId="urn:microsoft.com/office/officeart/2018/2/layout/IconVerticalSolidList"/>
    <dgm:cxn modelId="{48C41BDB-4142-4C13-A3CC-39E3EED8E2A8}" type="presParOf" srcId="{B1D01E9A-E138-4019-BE11-FF3615E6286F}" destId="{131C756B-45AA-4043-8A2B-6F90578B3C87}" srcOrd="1" destOrd="0" presId="urn:microsoft.com/office/officeart/2018/2/layout/IconVerticalSolidList"/>
    <dgm:cxn modelId="{C7245E55-1951-4AFF-91F8-71993545DCF7}" type="presParOf" srcId="{B1D01E9A-E138-4019-BE11-FF3615E6286F}" destId="{9E7C7101-E6C3-425D-9C9D-063963350562}" srcOrd="2" destOrd="0" presId="urn:microsoft.com/office/officeart/2018/2/layout/IconVerticalSolidList"/>
    <dgm:cxn modelId="{7C109C4B-603C-44B0-9208-7355190D2D99}" type="presParOf" srcId="{B1D01E9A-E138-4019-BE11-FF3615E6286F}" destId="{23305D33-03FD-4502-85C5-5AFE13387435}" srcOrd="3" destOrd="0" presId="urn:microsoft.com/office/officeart/2018/2/layout/IconVerticalSolidList"/>
    <dgm:cxn modelId="{84ACC111-A0FE-43FD-9DB9-771F5E9D9860}" type="presParOf" srcId="{679FCB29-5B4F-4A00-8AEF-51090C5F108B}" destId="{6B336F86-A57D-42E8-9DC7-7FAC3F0D2A72}" srcOrd="3" destOrd="0" presId="urn:microsoft.com/office/officeart/2018/2/layout/IconVerticalSolidList"/>
    <dgm:cxn modelId="{77CEB1DF-8640-4CFC-AA0A-169D2227A3E0}" type="presParOf" srcId="{679FCB29-5B4F-4A00-8AEF-51090C5F108B}" destId="{487AE1D3-4408-4DC8-BE9E-C169A4438533}" srcOrd="4" destOrd="0" presId="urn:microsoft.com/office/officeart/2018/2/layout/IconVerticalSolidList"/>
    <dgm:cxn modelId="{7CBB8016-D390-4755-BD5C-79E4D207B1C3}" type="presParOf" srcId="{487AE1D3-4408-4DC8-BE9E-C169A4438533}" destId="{B3CB15DD-4421-4DB9-B207-16B7173AD97C}" srcOrd="0" destOrd="0" presId="urn:microsoft.com/office/officeart/2018/2/layout/IconVerticalSolidList"/>
    <dgm:cxn modelId="{86372451-1888-4F09-A9EA-D7F1574CE3EC}" type="presParOf" srcId="{487AE1D3-4408-4DC8-BE9E-C169A4438533}" destId="{43446CB7-6A8B-4288-A204-945D845DA3F8}" srcOrd="1" destOrd="0" presId="urn:microsoft.com/office/officeart/2018/2/layout/IconVerticalSolidList"/>
    <dgm:cxn modelId="{9DB77A47-7937-436A-8982-32BA30AB388D}" type="presParOf" srcId="{487AE1D3-4408-4DC8-BE9E-C169A4438533}" destId="{7598E505-BA6F-4820-A061-FF4B2222C500}" srcOrd="2" destOrd="0" presId="urn:microsoft.com/office/officeart/2018/2/layout/IconVerticalSolidList"/>
    <dgm:cxn modelId="{A398F26A-369C-4111-B81A-6CDCAD58D1AB}" type="presParOf" srcId="{487AE1D3-4408-4DC8-BE9E-C169A4438533}" destId="{0A4830D1-AED8-447E-BFA4-D9AF062B2D06}" srcOrd="3" destOrd="0" presId="urn:microsoft.com/office/officeart/2018/2/layout/IconVerticalSolidList"/>
    <dgm:cxn modelId="{873BB614-B2C3-4394-A4E7-51627F9EA23D}" type="presParOf" srcId="{679FCB29-5B4F-4A00-8AEF-51090C5F108B}" destId="{D6A2B699-5BAA-4B5D-9D9A-2C8F0883A24D}" srcOrd="5" destOrd="0" presId="urn:microsoft.com/office/officeart/2018/2/layout/IconVerticalSolidList"/>
    <dgm:cxn modelId="{218733F1-3885-427A-888E-85F7CEA5EB9A}" type="presParOf" srcId="{679FCB29-5B4F-4A00-8AEF-51090C5F108B}" destId="{4100FBBD-56DD-4E3B-8F4E-68337E40E2AB}" srcOrd="6" destOrd="0" presId="urn:microsoft.com/office/officeart/2018/2/layout/IconVerticalSolidList"/>
    <dgm:cxn modelId="{171999AD-C3C4-4A7C-BCE7-D505D0AAF318}" type="presParOf" srcId="{4100FBBD-56DD-4E3B-8F4E-68337E40E2AB}" destId="{495AC195-B529-4623-ADC8-B66B5A554EBC}" srcOrd="0" destOrd="0" presId="urn:microsoft.com/office/officeart/2018/2/layout/IconVerticalSolidList"/>
    <dgm:cxn modelId="{27F7BE0F-53EA-4BC4-A174-738F870813AD}" type="presParOf" srcId="{4100FBBD-56DD-4E3B-8F4E-68337E40E2AB}" destId="{33299262-6B2B-439B-9300-3C3997DBDF45}" srcOrd="1" destOrd="0" presId="urn:microsoft.com/office/officeart/2018/2/layout/IconVerticalSolidList"/>
    <dgm:cxn modelId="{CDFB6575-AAB8-4E24-89BB-DBB9E3026C2A}" type="presParOf" srcId="{4100FBBD-56DD-4E3B-8F4E-68337E40E2AB}" destId="{91CAE93B-472A-45CD-B126-F739A13DB67F}" srcOrd="2" destOrd="0" presId="urn:microsoft.com/office/officeart/2018/2/layout/IconVerticalSolidList"/>
    <dgm:cxn modelId="{BE33ACAC-2B25-462E-81E0-8E7D0667AD54}" type="presParOf" srcId="{4100FBBD-56DD-4E3B-8F4E-68337E40E2AB}" destId="{023A5620-2271-4D46-A03A-7F4D6C8C817C}" srcOrd="3" destOrd="0" presId="urn:microsoft.com/office/officeart/2018/2/layout/IconVerticalSolidList"/>
    <dgm:cxn modelId="{1934756D-4861-4126-8CD6-317D6635F582}" type="presParOf" srcId="{679FCB29-5B4F-4A00-8AEF-51090C5F108B}" destId="{15A210F7-BB90-48B2-924B-91BE833D30E2}" srcOrd="7" destOrd="0" presId="urn:microsoft.com/office/officeart/2018/2/layout/IconVerticalSolidList"/>
    <dgm:cxn modelId="{0DB629C0-A2EA-4769-B3D5-3DC07E88647A}" type="presParOf" srcId="{679FCB29-5B4F-4A00-8AEF-51090C5F108B}" destId="{2CCE578D-996B-4DAC-B267-713978847B8C}" srcOrd="8" destOrd="0" presId="urn:microsoft.com/office/officeart/2018/2/layout/IconVerticalSolidList"/>
    <dgm:cxn modelId="{FE944AA2-8145-45B8-844C-03F4CDF1D35A}" type="presParOf" srcId="{2CCE578D-996B-4DAC-B267-713978847B8C}" destId="{53B872FD-EA84-4DAB-9ACE-8B68BE61BF56}" srcOrd="0" destOrd="0" presId="urn:microsoft.com/office/officeart/2018/2/layout/IconVerticalSolidList"/>
    <dgm:cxn modelId="{A3CE5380-83C3-4172-B161-CC246F904233}" type="presParOf" srcId="{2CCE578D-996B-4DAC-B267-713978847B8C}" destId="{E4EBF83C-C434-4607-AA46-107990EC3FDF}" srcOrd="1" destOrd="0" presId="urn:microsoft.com/office/officeart/2018/2/layout/IconVerticalSolidList"/>
    <dgm:cxn modelId="{DCD380D5-FD1A-4B9D-B46F-44B03F6FF9D2}" type="presParOf" srcId="{2CCE578D-996B-4DAC-B267-713978847B8C}" destId="{4493448E-6B10-4BAE-BA87-08B1BA71EEC7}" srcOrd="2" destOrd="0" presId="urn:microsoft.com/office/officeart/2018/2/layout/IconVerticalSolidList"/>
    <dgm:cxn modelId="{A92802F8-734A-49D9-B207-56F2CA5BD4C2}" type="presParOf" srcId="{2CCE578D-996B-4DAC-B267-713978847B8C}" destId="{5A522BB3-8E64-47BC-A7B1-CAABA0BCE8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615243-0AD8-4D9D-9AF0-2A1B7F933827}">
      <dsp:nvSpPr>
        <dsp:cNvPr id="0" name=""/>
        <dsp:cNvSpPr/>
      </dsp:nvSpPr>
      <dsp:spPr>
        <a:xfrm>
          <a:off x="1018257" y="243642"/>
          <a:ext cx="628857" cy="6288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FBF22F-F7E5-415A-8D58-75F18815D70A}">
      <dsp:nvSpPr>
        <dsp:cNvPr id="0" name=""/>
        <dsp:cNvSpPr/>
      </dsp:nvSpPr>
      <dsp:spPr>
        <a:xfrm>
          <a:off x="633955" y="1116952"/>
          <a:ext cx="1397460" cy="594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Reduce </a:t>
          </a:r>
          <a:r>
            <a:rPr lang="en-US" sz="1800" kern="1200" dirty="0"/>
            <a:t>manual data handling</a:t>
          </a:r>
        </a:p>
      </dsp:txBody>
      <dsp:txXfrm>
        <a:off x="633955" y="1116952"/>
        <a:ext cx="1397460" cy="594466"/>
      </dsp:txXfrm>
    </dsp:sp>
    <dsp:sp modelId="{91F3FC74-5972-4294-AC73-1673CC1F4765}">
      <dsp:nvSpPr>
        <dsp:cNvPr id="0" name=""/>
        <dsp:cNvSpPr/>
      </dsp:nvSpPr>
      <dsp:spPr>
        <a:xfrm>
          <a:off x="2848554" y="243642"/>
          <a:ext cx="628857" cy="6288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5BFFD-6F12-4F6B-B9DF-3B426498F6C2}">
      <dsp:nvSpPr>
        <dsp:cNvPr id="0" name=""/>
        <dsp:cNvSpPr/>
      </dsp:nvSpPr>
      <dsp:spPr>
        <a:xfrm>
          <a:off x="2275972" y="1116952"/>
          <a:ext cx="1774020" cy="594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Ensure consistency and reproducibility</a:t>
          </a:r>
        </a:p>
      </dsp:txBody>
      <dsp:txXfrm>
        <a:off x="2275972" y="1116952"/>
        <a:ext cx="1774020" cy="594466"/>
      </dsp:txXfrm>
    </dsp:sp>
    <dsp:sp modelId="{35B0499C-38A5-4524-B88F-85106498086A}">
      <dsp:nvSpPr>
        <dsp:cNvPr id="0" name=""/>
        <dsp:cNvSpPr/>
      </dsp:nvSpPr>
      <dsp:spPr>
        <a:xfrm>
          <a:off x="931805" y="2034744"/>
          <a:ext cx="628857" cy="6288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A82AA-699C-433C-BD7A-BC2198F6C365}">
      <dsp:nvSpPr>
        <dsp:cNvPr id="0" name=""/>
        <dsp:cNvSpPr/>
      </dsp:nvSpPr>
      <dsp:spPr>
        <a:xfrm>
          <a:off x="417202" y="2906404"/>
          <a:ext cx="1658045" cy="594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Save time each reporting cycle</a:t>
          </a:r>
        </a:p>
      </dsp:txBody>
      <dsp:txXfrm>
        <a:off x="417202" y="2906404"/>
        <a:ext cx="1658045" cy="594466"/>
      </dsp:txXfrm>
    </dsp:sp>
    <dsp:sp modelId="{8EFA09B4-D6D4-40E4-9D4A-5355C3F2DFFA}">
      <dsp:nvSpPr>
        <dsp:cNvPr id="0" name=""/>
        <dsp:cNvSpPr/>
      </dsp:nvSpPr>
      <dsp:spPr>
        <a:xfrm>
          <a:off x="2978846" y="2060785"/>
          <a:ext cx="628857" cy="6288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870AAC-8AEF-40D2-A3C8-C4FEFCC05CEE}">
      <dsp:nvSpPr>
        <dsp:cNvPr id="0" name=""/>
        <dsp:cNvSpPr/>
      </dsp:nvSpPr>
      <dsp:spPr>
        <a:xfrm>
          <a:off x="2339885" y="2934095"/>
          <a:ext cx="1906779" cy="594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Facilitate auditing and documentation</a:t>
          </a:r>
        </a:p>
      </dsp:txBody>
      <dsp:txXfrm>
        <a:off x="2339885" y="2934095"/>
        <a:ext cx="1906779" cy="594466"/>
      </dsp:txXfrm>
    </dsp:sp>
    <dsp:sp modelId="{051D2C81-37F4-4CE7-AF0A-A39573D07D8F}">
      <dsp:nvSpPr>
        <dsp:cNvPr id="0" name=""/>
        <dsp:cNvSpPr/>
      </dsp:nvSpPr>
      <dsp:spPr>
        <a:xfrm>
          <a:off x="2027545" y="3877927"/>
          <a:ext cx="628857" cy="62885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BEA883-5587-4A38-B1DD-AD8908260E2F}">
      <dsp:nvSpPr>
        <dsp:cNvPr id="0" name=""/>
        <dsp:cNvSpPr/>
      </dsp:nvSpPr>
      <dsp:spPr>
        <a:xfrm>
          <a:off x="1057197" y="4751237"/>
          <a:ext cx="2569553" cy="594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Improve data quality with standardized pipelines</a:t>
          </a:r>
        </a:p>
      </dsp:txBody>
      <dsp:txXfrm>
        <a:off x="1057197" y="4751237"/>
        <a:ext cx="2569553" cy="5944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69912-7B02-4655-A054-E125DAACFA4D}">
      <dsp:nvSpPr>
        <dsp:cNvPr id="0" name=""/>
        <dsp:cNvSpPr/>
      </dsp:nvSpPr>
      <dsp:spPr>
        <a:xfrm>
          <a:off x="0" y="370332"/>
          <a:ext cx="4773168" cy="477316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0EF3CD-4D6F-499E-AED1-EADDEFDE4410}">
      <dsp:nvSpPr>
        <dsp:cNvPr id="0" name=""/>
        <dsp:cNvSpPr/>
      </dsp:nvSpPr>
      <dsp:spPr>
        <a:xfrm>
          <a:off x="453450" y="823782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 and RStudio</a:t>
          </a:r>
        </a:p>
      </dsp:txBody>
      <dsp:txXfrm>
        <a:off x="544323" y="914655"/>
        <a:ext cx="1679789" cy="1679789"/>
      </dsp:txXfrm>
    </dsp:sp>
    <dsp:sp modelId="{70BDC69D-6D49-45C1-B7E4-7BFB8650F94F}">
      <dsp:nvSpPr>
        <dsp:cNvPr id="0" name=""/>
        <dsp:cNvSpPr/>
      </dsp:nvSpPr>
      <dsp:spPr>
        <a:xfrm>
          <a:off x="2458181" y="823782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Quarto (quarto.org)</a:t>
          </a:r>
        </a:p>
      </dsp:txBody>
      <dsp:txXfrm>
        <a:off x="2549054" y="914655"/>
        <a:ext cx="1679789" cy="1679789"/>
      </dsp:txXfrm>
    </dsp:sp>
    <dsp:sp modelId="{BB71AC8E-B672-4F8D-8669-48A4A07C5D2F}">
      <dsp:nvSpPr>
        <dsp:cNvPr id="0" name=""/>
        <dsp:cNvSpPr/>
      </dsp:nvSpPr>
      <dsp:spPr>
        <a:xfrm>
          <a:off x="453450" y="2828513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Institutional R packages: `</a:t>
          </a:r>
          <a:r>
            <a:rPr lang="en-US" sz="2200" kern="1200" dirty="0" err="1"/>
            <a:t>ccdwr</a:t>
          </a:r>
          <a:r>
            <a:rPr lang="en-US" sz="2200" kern="1200" dirty="0"/>
            <a:t>`, `</a:t>
          </a:r>
          <a:r>
            <a:rPr lang="en-US" sz="2200" kern="1200" dirty="0" err="1"/>
            <a:t>haywoodcc</a:t>
          </a:r>
          <a:r>
            <a:rPr lang="en-US" sz="2200" kern="1200" dirty="0"/>
            <a:t>`</a:t>
          </a:r>
        </a:p>
      </dsp:txBody>
      <dsp:txXfrm>
        <a:off x="544323" y="2919386"/>
        <a:ext cx="1679789" cy="1679789"/>
      </dsp:txXfrm>
    </dsp:sp>
    <dsp:sp modelId="{BE6171E0-9BD0-4199-9B13-D71CABA7252D}">
      <dsp:nvSpPr>
        <dsp:cNvPr id="0" name=""/>
        <dsp:cNvSpPr/>
      </dsp:nvSpPr>
      <dsp:spPr>
        <a:xfrm>
          <a:off x="2458181" y="2828513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NSC integration via `</a:t>
          </a:r>
          <a:r>
            <a:rPr lang="en-US" sz="2200" kern="1200" dirty="0" err="1"/>
            <a:t>nscrequest</a:t>
          </a:r>
          <a:r>
            <a:rPr lang="en-US" sz="2200" kern="1200" dirty="0"/>
            <a:t>`</a:t>
          </a:r>
        </a:p>
      </dsp:txBody>
      <dsp:txXfrm>
        <a:off x="2549054" y="2919386"/>
        <a:ext cx="1679789" cy="1679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404F4A-B410-48F5-89CF-9BBC96D284BF}">
      <dsp:nvSpPr>
        <dsp:cNvPr id="0" name=""/>
        <dsp:cNvSpPr/>
      </dsp:nvSpPr>
      <dsp:spPr>
        <a:xfrm>
          <a:off x="537299" y="1283564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C5459-516B-4BDE-B3C8-B850EEF305C4}">
      <dsp:nvSpPr>
        <dsp:cNvPr id="0" name=""/>
        <dsp:cNvSpPr/>
      </dsp:nvSpPr>
      <dsp:spPr>
        <a:xfrm>
          <a:off x="42299" y="2387398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`_</a:t>
          </a:r>
          <a:r>
            <a:rPr lang="en-US" sz="1800" kern="1200" dirty="0" err="1"/>
            <a:t>packages.r</a:t>
          </a:r>
          <a:r>
            <a:rPr lang="en-US" sz="1800" kern="1200" dirty="0"/>
            <a:t>`: loads required libraries</a:t>
          </a:r>
        </a:p>
      </dsp:txBody>
      <dsp:txXfrm>
        <a:off x="42299" y="2387398"/>
        <a:ext cx="1800000" cy="855000"/>
      </dsp:txXfrm>
    </dsp:sp>
    <dsp:sp modelId="{D34373CE-5F85-40DA-9E5D-C703B4713F81}">
      <dsp:nvSpPr>
        <dsp:cNvPr id="0" name=""/>
        <dsp:cNvSpPr/>
      </dsp:nvSpPr>
      <dsp:spPr>
        <a:xfrm>
          <a:off x="2652300" y="1283564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43E92-7BB6-43DF-A9EE-F41B68D75EFA}">
      <dsp:nvSpPr>
        <dsp:cNvPr id="0" name=""/>
        <dsp:cNvSpPr/>
      </dsp:nvSpPr>
      <dsp:spPr>
        <a:xfrm>
          <a:off x="2157300" y="2387398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`_quarto.yml`: project output config</a:t>
          </a:r>
        </a:p>
      </dsp:txBody>
      <dsp:txXfrm>
        <a:off x="2157300" y="2387398"/>
        <a:ext cx="1800000" cy="855000"/>
      </dsp:txXfrm>
    </dsp:sp>
    <dsp:sp modelId="{807A48AC-5633-41C6-88E1-2234F315FC57}">
      <dsp:nvSpPr>
        <dsp:cNvPr id="0" name=""/>
        <dsp:cNvSpPr/>
      </dsp:nvSpPr>
      <dsp:spPr>
        <a:xfrm>
          <a:off x="4767300" y="1283564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B29B0-B54E-479A-A899-0A1B70D26120}">
      <dsp:nvSpPr>
        <dsp:cNvPr id="0" name=""/>
        <dsp:cNvSpPr/>
      </dsp:nvSpPr>
      <dsp:spPr>
        <a:xfrm>
          <a:off x="4272300" y="2387398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`.qmd` files: one for each IPEDS survey part</a:t>
          </a:r>
        </a:p>
      </dsp:txBody>
      <dsp:txXfrm>
        <a:off x="4272300" y="2387398"/>
        <a:ext cx="1800000" cy="855000"/>
      </dsp:txXfrm>
    </dsp:sp>
    <dsp:sp modelId="{5D15A991-85F1-45DC-9502-1D125932C729}">
      <dsp:nvSpPr>
        <dsp:cNvPr id="0" name=""/>
        <dsp:cNvSpPr/>
      </dsp:nvSpPr>
      <dsp:spPr>
        <a:xfrm>
          <a:off x="6882300" y="1283564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1C00A-EC76-4B24-9520-AF1E10BC25E2}">
      <dsp:nvSpPr>
        <dsp:cNvPr id="0" name=""/>
        <dsp:cNvSpPr/>
      </dsp:nvSpPr>
      <dsp:spPr>
        <a:xfrm>
          <a:off x="6387300" y="2387398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`.r` scripts: request files for NSC</a:t>
          </a:r>
        </a:p>
      </dsp:txBody>
      <dsp:txXfrm>
        <a:off x="6387300" y="2387398"/>
        <a:ext cx="1800000" cy="855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02B4CC-1A82-4F8B-8F93-BAF44B08D968}">
      <dsp:nvSpPr>
        <dsp:cNvPr id="0" name=""/>
        <dsp:cNvSpPr/>
      </dsp:nvSpPr>
      <dsp:spPr>
        <a:xfrm>
          <a:off x="2411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Install R, RStudio, Quarto</a:t>
          </a:r>
        </a:p>
      </dsp:txBody>
      <dsp:txXfrm>
        <a:off x="2411" y="1941641"/>
        <a:ext cx="1912739" cy="1606700"/>
      </dsp:txXfrm>
    </dsp:sp>
    <dsp:sp modelId="{3DD62645-2C3A-4670-82D0-9B582501E316}">
      <dsp:nvSpPr>
        <dsp:cNvPr id="0" name=""/>
        <dsp:cNvSpPr/>
      </dsp:nvSpPr>
      <dsp:spPr>
        <a:xfrm>
          <a:off x="557105" y="1191847"/>
          <a:ext cx="803350" cy="8033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1</a:t>
          </a:r>
        </a:p>
      </dsp:txBody>
      <dsp:txXfrm>
        <a:off x="674753" y="1309495"/>
        <a:ext cx="568054" cy="568054"/>
      </dsp:txXfrm>
    </dsp:sp>
    <dsp:sp modelId="{303F3C2F-B778-4DD2-80D7-C07584F9C0A9}">
      <dsp:nvSpPr>
        <dsp:cNvPr id="0" name=""/>
        <dsp:cNvSpPr/>
      </dsp:nvSpPr>
      <dsp:spPr>
        <a:xfrm>
          <a:off x="2411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C8C2F-7FEC-4E97-B90F-53CF91F130C9}">
      <dsp:nvSpPr>
        <dsp:cNvPr id="0" name=""/>
        <dsp:cNvSpPr/>
      </dsp:nvSpPr>
      <dsp:spPr>
        <a:xfrm>
          <a:off x="2106423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Adjust `params` in each `.qmd` file</a:t>
          </a:r>
        </a:p>
      </dsp:txBody>
      <dsp:txXfrm>
        <a:off x="2106423" y="1941641"/>
        <a:ext cx="1912739" cy="1606700"/>
      </dsp:txXfrm>
    </dsp:sp>
    <dsp:sp modelId="{3F6A81AB-0DC1-400F-B738-C65B29E95049}">
      <dsp:nvSpPr>
        <dsp:cNvPr id="0" name=""/>
        <dsp:cNvSpPr/>
      </dsp:nvSpPr>
      <dsp:spPr>
        <a:xfrm>
          <a:off x="2661118" y="1191847"/>
          <a:ext cx="803350" cy="8033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2</a:t>
          </a:r>
        </a:p>
      </dsp:txBody>
      <dsp:txXfrm>
        <a:off x="2778766" y="1309495"/>
        <a:ext cx="568054" cy="568054"/>
      </dsp:txXfrm>
    </dsp:sp>
    <dsp:sp modelId="{0DFD9F5E-47FD-4BED-B2C8-0E7A4F2BAB26}">
      <dsp:nvSpPr>
        <dsp:cNvPr id="0" name=""/>
        <dsp:cNvSpPr/>
      </dsp:nvSpPr>
      <dsp:spPr>
        <a:xfrm>
          <a:off x="2106423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8B04E-1C87-4CF0-BAC1-C5F315AB9BCC}">
      <dsp:nvSpPr>
        <dsp:cNvPr id="0" name=""/>
        <dsp:cNvSpPr/>
      </dsp:nvSpPr>
      <dsp:spPr>
        <a:xfrm>
          <a:off x="4210436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Render each report via Quarto CLI</a:t>
          </a:r>
        </a:p>
      </dsp:txBody>
      <dsp:txXfrm>
        <a:off x="4210436" y="1941641"/>
        <a:ext cx="1912739" cy="1606700"/>
      </dsp:txXfrm>
    </dsp:sp>
    <dsp:sp modelId="{06FD46D9-44C2-404F-AC77-CE33346D85BA}">
      <dsp:nvSpPr>
        <dsp:cNvPr id="0" name=""/>
        <dsp:cNvSpPr/>
      </dsp:nvSpPr>
      <dsp:spPr>
        <a:xfrm>
          <a:off x="4765131" y="1191847"/>
          <a:ext cx="803350" cy="8033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3</a:t>
          </a:r>
        </a:p>
      </dsp:txBody>
      <dsp:txXfrm>
        <a:off x="4882779" y="1309495"/>
        <a:ext cx="568054" cy="568054"/>
      </dsp:txXfrm>
    </dsp:sp>
    <dsp:sp modelId="{477950B2-5ADC-49B4-9A02-F1B769D56858}">
      <dsp:nvSpPr>
        <dsp:cNvPr id="0" name=""/>
        <dsp:cNvSpPr/>
      </dsp:nvSpPr>
      <dsp:spPr>
        <a:xfrm>
          <a:off x="4210436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4C6F8D-1E89-4CD0-A207-3E8D93580328}">
      <dsp:nvSpPr>
        <dsp:cNvPr id="0" name=""/>
        <dsp:cNvSpPr/>
      </dsp:nvSpPr>
      <dsp:spPr>
        <a:xfrm>
          <a:off x="6314449" y="924064"/>
          <a:ext cx="1912739" cy="26778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125" tIns="330200" rIns="149125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 `.r` scripts for NSC output where needed</a:t>
          </a:r>
        </a:p>
      </dsp:txBody>
      <dsp:txXfrm>
        <a:off x="6314449" y="1941641"/>
        <a:ext cx="1912739" cy="1606700"/>
      </dsp:txXfrm>
    </dsp:sp>
    <dsp:sp modelId="{9872C118-8244-46DD-9498-56799A5B164E}">
      <dsp:nvSpPr>
        <dsp:cNvPr id="0" name=""/>
        <dsp:cNvSpPr/>
      </dsp:nvSpPr>
      <dsp:spPr>
        <a:xfrm>
          <a:off x="6869144" y="1191847"/>
          <a:ext cx="803350" cy="80335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2632" tIns="12700" rIns="62632" bIns="1270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4</a:t>
          </a:r>
        </a:p>
      </dsp:txBody>
      <dsp:txXfrm>
        <a:off x="6986792" y="1309495"/>
        <a:ext cx="568054" cy="568054"/>
      </dsp:txXfrm>
    </dsp:sp>
    <dsp:sp modelId="{1E13959D-EEC8-44CE-BE41-800DC70EC995}">
      <dsp:nvSpPr>
        <dsp:cNvPr id="0" name=""/>
        <dsp:cNvSpPr/>
      </dsp:nvSpPr>
      <dsp:spPr>
        <a:xfrm>
          <a:off x="6314449" y="3601826"/>
          <a:ext cx="191273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62ED3A-5FDC-4C79-9E3B-5E9567C3BC71}">
      <dsp:nvSpPr>
        <dsp:cNvPr id="0" name=""/>
        <dsp:cNvSpPr/>
      </dsp:nvSpPr>
      <dsp:spPr>
        <a:xfrm>
          <a:off x="0" y="432831"/>
          <a:ext cx="822960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Fewer manual errors</a:t>
          </a:r>
        </a:p>
      </dsp:txBody>
      <dsp:txXfrm>
        <a:off x="40980" y="473811"/>
        <a:ext cx="8147640" cy="757514"/>
      </dsp:txXfrm>
    </dsp:sp>
    <dsp:sp modelId="{3E9F03EA-8EF2-4801-A545-A84DB0C9B54C}">
      <dsp:nvSpPr>
        <dsp:cNvPr id="0" name=""/>
        <dsp:cNvSpPr/>
      </dsp:nvSpPr>
      <dsp:spPr>
        <a:xfrm>
          <a:off x="0" y="1373106"/>
          <a:ext cx="822960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Easily repeatable each year</a:t>
          </a:r>
        </a:p>
      </dsp:txBody>
      <dsp:txXfrm>
        <a:off x="40980" y="1414086"/>
        <a:ext cx="8147640" cy="757514"/>
      </dsp:txXfrm>
    </dsp:sp>
    <dsp:sp modelId="{7C23899F-FBD0-4B63-84CB-AB3E4D998957}">
      <dsp:nvSpPr>
        <dsp:cNvPr id="0" name=""/>
        <dsp:cNvSpPr/>
      </dsp:nvSpPr>
      <dsp:spPr>
        <a:xfrm>
          <a:off x="0" y="2313381"/>
          <a:ext cx="822960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Easier to troubleshoot and document</a:t>
          </a:r>
        </a:p>
      </dsp:txBody>
      <dsp:txXfrm>
        <a:off x="40980" y="2354361"/>
        <a:ext cx="8147640" cy="757514"/>
      </dsp:txXfrm>
    </dsp:sp>
    <dsp:sp modelId="{4E7CCD77-680A-4000-8706-0F30DE5FC120}">
      <dsp:nvSpPr>
        <dsp:cNvPr id="0" name=""/>
        <dsp:cNvSpPr/>
      </dsp:nvSpPr>
      <dsp:spPr>
        <a:xfrm>
          <a:off x="0" y="3253656"/>
          <a:ext cx="8229600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Higher confidence in IPEDS data submission</a:t>
          </a:r>
        </a:p>
      </dsp:txBody>
      <dsp:txXfrm>
        <a:off x="40980" y="3294636"/>
        <a:ext cx="8147640" cy="7575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E9A74C-8A88-43EF-B5E3-0B1C82B7CB28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16681-B1FB-42DD-A9B4-74D5BDEF6888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E78AA-169D-41FC-8C4D-9B009DF23A49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Install required tools (R, RStudio, Quarto)</a:t>
          </a:r>
        </a:p>
      </dsp:txBody>
      <dsp:txXfrm>
        <a:off x="1059754" y="4307"/>
        <a:ext cx="3713413" cy="917536"/>
      </dsp:txXfrm>
    </dsp:sp>
    <dsp:sp modelId="{F2A7150F-1CF0-4F57-A5E9-15CED0BB8CAD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1C756B-45AA-4043-8A2B-6F90578B3C87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305D33-03FD-4502-85C5-5AFE13387435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Clone or download the Quarto project</a:t>
          </a:r>
        </a:p>
      </dsp:txBody>
      <dsp:txXfrm>
        <a:off x="1059754" y="1151227"/>
        <a:ext cx="3713413" cy="917536"/>
      </dsp:txXfrm>
    </dsp:sp>
    <dsp:sp modelId="{B3CB15DD-4421-4DB9-B207-16B7173AD97C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446CB7-6A8B-4288-A204-945D845DA3F8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4830D1-AED8-447E-BFA4-D9AF062B2D06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Run each component step-by-step</a:t>
          </a:r>
        </a:p>
      </dsp:txBody>
      <dsp:txXfrm>
        <a:off x="1059754" y="2298147"/>
        <a:ext cx="3713413" cy="917536"/>
      </dsp:txXfrm>
    </dsp:sp>
    <dsp:sp modelId="{495AC195-B529-4623-ADC8-B66B5A554EBC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299262-6B2B-439B-9300-3C3997DBDF45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A5620-2271-4D46-A03A-7F4D6C8C817C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Adapt to your institution’s environment</a:t>
          </a:r>
        </a:p>
      </dsp:txBody>
      <dsp:txXfrm>
        <a:off x="1059754" y="3445068"/>
        <a:ext cx="3713413" cy="917536"/>
      </dsp:txXfrm>
    </dsp:sp>
    <dsp:sp modelId="{53B872FD-EA84-4DAB-9ACE-8B68BE61BF56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BF83C-C434-4607-AA46-107990EC3FDF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22BB3-8E64-47BC-A7B1-CAABA0BCE8F0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Ask questions, get support from R community</a:t>
          </a:r>
        </a:p>
      </dsp:txBody>
      <dsp:txXfrm>
        <a:off x="1059754" y="4591988"/>
        <a:ext cx="3713413" cy="917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ywood-ierg/ipeds" TargetMode="External"/><Relationship Id="rId2" Type="http://schemas.openxmlformats.org/officeDocument/2006/relationships/hyperlink" Target="mailto:donder@haywood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1093788"/>
            <a:ext cx="7879841" cy="296720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6500"/>
              <a:t>Automating IPEDS File Generation with Quarto and 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50693" y="4619624"/>
            <a:ext cx="2960084" cy="10382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t>David Onder | May 2025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433116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03304" y="2842186"/>
            <a:ext cx="54864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900"/>
              <a:t>Why Automate IPEDS File Creation?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Content Placeholder 2">
            <a:extLst>
              <a:ext uri="{FF2B5EF4-FFF2-40B4-BE49-F238E27FC236}">
                <a16:creationId xmlns:a16="http://schemas.microsoft.com/office/drawing/2014/main" id="{6C1A7371-BE52-88AD-71B9-1485A115EC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7815566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Tools Involved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303052-AEE1-E0BD-080A-B5D689EC03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28427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File Components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3BDB09-432E-CF25-AEFA-F24BBBBEBD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40784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5589D3-FF56-F6BE-74C0-F9D3AFD31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000014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Rendering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4911" y="2227943"/>
            <a:ext cx="6400800" cy="3788227"/>
          </a:xfrm>
        </p:spPr>
        <p:txBody>
          <a:bodyPr anchor="ctr">
            <a:normAutofit/>
          </a:bodyPr>
          <a:lstStyle/>
          <a:p>
            <a:r>
              <a:rPr lang="en-US" sz="2100" dirty="0"/>
              <a:t>To generate Completions data file:</a:t>
            </a:r>
            <a:br>
              <a:rPr lang="en-US" sz="2100" dirty="0"/>
            </a:br>
            <a:br>
              <a:rPr lang="en-US" sz="2100" dirty="0"/>
            </a:br>
            <a:r>
              <a:rPr lang="en-US" sz="2100" dirty="0"/>
              <a:t>quarto render “2F-04 Completions (COM).</a:t>
            </a:r>
            <a:r>
              <a:rPr lang="en-US" sz="2100" dirty="0" err="1"/>
              <a:t>qmd</a:t>
            </a:r>
            <a:r>
              <a:rPr lang="en-US" sz="2100" dirty="0"/>
              <a:t>”</a:t>
            </a:r>
            <a:br>
              <a:rPr lang="en-US" sz="2100" dirty="0"/>
            </a:br>
            <a:endParaRPr lang="en-US" sz="2100" dirty="0"/>
          </a:p>
          <a:p>
            <a:endParaRPr lang="en-US" sz="2100" dirty="0"/>
          </a:p>
          <a:p>
            <a:r>
              <a:rPr lang="en-US" sz="2100" dirty="0"/>
              <a:t>Output: ipeds_2024_com_20240923_1948.txt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B9CDC7E0-0B60-E8F6-670B-716964D45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Your Institution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1D5425-A953-9248-748D-AC1D00393C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Getting Started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5D2C42-AB38-CE27-DE58-68CFF7B7B3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630922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29182-E792-A032-05B2-84E92817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D9773-AE1D-0941-13DF-634C5303F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David Onder</a:t>
            </a:r>
            <a:br>
              <a:rPr lang="en-US" dirty="0"/>
            </a:br>
            <a:r>
              <a:rPr lang="en-US" dirty="0">
                <a:hlinkClick r:id="rId2"/>
              </a:rPr>
              <a:t>donder@haywood.edu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3"/>
              </a:rPr>
              <a:t>https://github.com/haywood-ierg/ipeds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147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288D62A9D4EB43B1B4847ADFD34D72" ma:contentTypeVersion="20" ma:contentTypeDescription="Create a new document." ma:contentTypeScope="" ma:versionID="27142cc355e5fcb180e0f02e38b2a3a2">
  <xsd:schema xmlns:xsd="http://www.w3.org/2001/XMLSchema" xmlns:xs="http://www.w3.org/2001/XMLSchema" xmlns:p="http://schemas.microsoft.com/office/2006/metadata/properties" xmlns:ns2="16f6d35e-f8f7-4be7-8a36-77a5301d0496" xmlns:ns3="995fa42e-70f2-45ca-a92e-66b9e5c12198" targetNamespace="http://schemas.microsoft.com/office/2006/metadata/properties" ma:root="true" ma:fieldsID="2ae795956ff536c1372b3cab13d3cbe0" ns2:_="" ns3:_="">
    <xsd:import namespace="16f6d35e-f8f7-4be7-8a36-77a5301d0496"/>
    <xsd:import namespace="995fa42e-70f2-45ca-a92e-66b9e5c121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f6d35e-f8f7-4be7-8a36-77a5301d04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2634a7c-d88b-4a2c-8388-1a3d08c06d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5fa42e-70f2-45ca-a92e-66b9e5c1219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14c3b3f-5ace-4537-970c-a2f2119d6d26}" ma:internalName="TaxCatchAll" ma:showField="CatchAllData" ma:web="995fa42e-70f2-45ca-a92e-66b9e5c121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95fa42e-70f2-45ca-a92e-66b9e5c12198">
      <UserInfo>
        <DisplayName/>
        <AccountId xsi:nil="true"/>
        <AccountType/>
      </UserInfo>
    </SharedWithUsers>
    <lcf76f155ced4ddcb4097134ff3c332f xmlns="16f6d35e-f8f7-4be7-8a36-77a5301d0496">
      <Terms xmlns="http://schemas.microsoft.com/office/infopath/2007/PartnerControls"/>
    </lcf76f155ced4ddcb4097134ff3c332f>
    <TaxCatchAll xmlns="995fa42e-70f2-45ca-a92e-66b9e5c12198" xsi:nil="true"/>
  </documentManagement>
</p:properties>
</file>

<file path=customXml/itemProps1.xml><?xml version="1.0" encoding="utf-8"?>
<ds:datastoreItem xmlns:ds="http://schemas.openxmlformats.org/officeDocument/2006/customXml" ds:itemID="{03F25015-758B-4143-B7AA-06020378A4FD}"/>
</file>

<file path=customXml/itemProps2.xml><?xml version="1.0" encoding="utf-8"?>
<ds:datastoreItem xmlns:ds="http://schemas.openxmlformats.org/officeDocument/2006/customXml" ds:itemID="{DEC08B65-1894-45FF-BF83-3079F94F5445}"/>
</file>

<file path=customXml/itemProps3.xml><?xml version="1.0" encoding="utf-8"?>
<ds:datastoreItem xmlns:ds="http://schemas.openxmlformats.org/officeDocument/2006/customXml" ds:itemID="{5D9D34B3-AE4A-4873-9EB5-F091D6AC6AC2}"/>
</file>

<file path=docProps/app.xml><?xml version="1.0" encoding="utf-8"?>
<Properties xmlns="http://schemas.openxmlformats.org/officeDocument/2006/extended-properties" xmlns:vt="http://schemas.openxmlformats.org/officeDocument/2006/docPropsVTypes">
  <TotalTime>482</TotalTime>
  <Words>251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Automating IPEDS File Generation with Quarto and R</vt:lpstr>
      <vt:lpstr>Why Automate IPEDS File Creation?</vt:lpstr>
      <vt:lpstr>Tools Involved</vt:lpstr>
      <vt:lpstr>Key File Components</vt:lpstr>
      <vt:lpstr>Workflow Summary</vt:lpstr>
      <vt:lpstr>Rendering Example</vt:lpstr>
      <vt:lpstr>Benefits for Your Institution</vt:lpstr>
      <vt:lpstr>Getting Started</vt:lpstr>
      <vt:lpstr>Contact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Onder</cp:lastModifiedBy>
  <cp:revision>1</cp:revision>
  <dcterms:created xsi:type="dcterms:W3CDTF">2013-01-27T09:14:16Z</dcterms:created>
  <dcterms:modified xsi:type="dcterms:W3CDTF">2025-05-14T20:09:54Z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0x0101004B288D62A9D4EB43B1B4847ADFD34D72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